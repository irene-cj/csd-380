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64"/>
  </p:normalViewPr>
  <p:slideViewPr>
    <p:cSldViewPr snapToGrid="0">
      <p:cViewPr varScale="1">
        <p:scale>
          <a:sx n="91" d="100"/>
          <a:sy n="91" d="100"/>
        </p:scale>
        <p:origin x="192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renee C" userId="33f62f81e34e65e2" providerId="LiveId" clId="{788DEBFA-4F04-C649-88B0-301BF17E9E1A}"/>
    <pc:docChg chg="modSld">
      <pc:chgData name="Irenee C" userId="33f62f81e34e65e2" providerId="LiveId" clId="{788DEBFA-4F04-C649-88B0-301BF17E9E1A}" dt="2025-02-28T20:19:12.234" v="11" actId="20577"/>
      <pc:docMkLst>
        <pc:docMk/>
      </pc:docMkLst>
      <pc:sldChg chg="modSp mod">
        <pc:chgData name="Irenee C" userId="33f62f81e34e65e2" providerId="LiveId" clId="{788DEBFA-4F04-C649-88B0-301BF17E9E1A}" dt="2025-02-28T20:19:12.234" v="11" actId="20577"/>
        <pc:sldMkLst>
          <pc:docMk/>
          <pc:sldMk cId="4084393332" sldId="256"/>
        </pc:sldMkLst>
        <pc:spChg chg="mod">
          <ac:chgData name="Irenee C" userId="33f62f81e34e65e2" providerId="LiveId" clId="{788DEBFA-4F04-C649-88B0-301BF17E9E1A}" dt="2025-02-28T20:19:12.234" v="11" actId="20577"/>
          <ac:spMkLst>
            <pc:docMk/>
            <pc:sldMk cId="4084393332" sldId="256"/>
            <ac:spMk id="3" creationId="{C9BF11F4-7913-1CB5-D6DA-D47279C5D5B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3DF050-10E2-4628-9463-9CFE8742F0D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714B392-A3DA-4A05-8F60-97B47F945D10}">
      <dgm:prSet/>
      <dgm:spPr/>
      <dgm:t>
        <a:bodyPr/>
        <a:lstStyle/>
        <a:p>
          <a:r>
            <a:rPr lang="en-US" b="1"/>
            <a:t>Security in shared repositories matter since both open-source and private repositories are targets for malicious cyber attacks. </a:t>
          </a:r>
          <a:endParaRPr lang="en-US" b="1" dirty="0"/>
        </a:p>
      </dgm:t>
    </dgm:pt>
    <dgm:pt modelId="{32A2C746-CB32-42CB-B98F-58DA4BB8C3E7}" type="parTrans" cxnId="{D625CF67-9BF9-4AC1-9168-320789C33494}">
      <dgm:prSet/>
      <dgm:spPr/>
      <dgm:t>
        <a:bodyPr/>
        <a:lstStyle/>
        <a:p>
          <a:endParaRPr lang="en-US"/>
        </a:p>
      </dgm:t>
    </dgm:pt>
    <dgm:pt modelId="{6DEB4938-796A-4802-9005-7EECBE0ADB18}" type="sibTrans" cxnId="{D625CF67-9BF9-4AC1-9168-320789C33494}">
      <dgm:prSet/>
      <dgm:spPr/>
      <dgm:t>
        <a:bodyPr/>
        <a:lstStyle/>
        <a:p>
          <a:endParaRPr lang="en-US"/>
        </a:p>
      </dgm:t>
    </dgm:pt>
    <dgm:pt modelId="{5EF4908E-B786-4E01-A057-62BB82A0DA25}">
      <dgm:prSet/>
      <dgm:spPr/>
      <dgm:t>
        <a:bodyPr/>
        <a:lstStyle/>
        <a:p>
          <a:r>
            <a:rPr lang="en-US" b="1"/>
            <a:t>These cyber attacks can vary from data breaches and code tampering.</a:t>
          </a:r>
          <a:endParaRPr lang="en-US" b="1" dirty="0"/>
        </a:p>
      </dgm:t>
    </dgm:pt>
    <dgm:pt modelId="{B5E00AF7-80D6-4BD6-B652-5B49CA30E2F1}" type="parTrans" cxnId="{567B08C1-241F-4639-A482-EBFB43CC87BC}">
      <dgm:prSet/>
      <dgm:spPr/>
      <dgm:t>
        <a:bodyPr/>
        <a:lstStyle/>
        <a:p>
          <a:endParaRPr lang="en-US"/>
        </a:p>
      </dgm:t>
    </dgm:pt>
    <dgm:pt modelId="{069B5C55-B1FB-4F81-9711-CCFB9A6B357D}" type="sibTrans" cxnId="{567B08C1-241F-4639-A482-EBFB43CC87BC}">
      <dgm:prSet/>
      <dgm:spPr/>
      <dgm:t>
        <a:bodyPr/>
        <a:lstStyle/>
        <a:p>
          <a:endParaRPr lang="en-US"/>
        </a:p>
      </dgm:t>
    </dgm:pt>
    <dgm:pt modelId="{C306D039-6E84-48BA-857E-00FC41474854}">
      <dgm:prSet/>
      <dgm:spPr/>
      <dgm:t>
        <a:bodyPr/>
        <a:lstStyle/>
        <a:p>
          <a:r>
            <a:rPr lang="en-US" b="1"/>
            <a:t>The common risks are </a:t>
          </a:r>
        </a:p>
      </dgm:t>
    </dgm:pt>
    <dgm:pt modelId="{ABB48087-1F65-45A0-BA31-6BABFF4E014A}" type="parTrans" cxnId="{BB05E165-3B36-4334-9754-0ADFAE47612E}">
      <dgm:prSet/>
      <dgm:spPr/>
      <dgm:t>
        <a:bodyPr/>
        <a:lstStyle/>
        <a:p>
          <a:endParaRPr lang="en-US"/>
        </a:p>
      </dgm:t>
    </dgm:pt>
    <dgm:pt modelId="{DF9BCEF5-C4FA-4097-9984-896EF35F2A77}" type="sibTrans" cxnId="{BB05E165-3B36-4334-9754-0ADFAE47612E}">
      <dgm:prSet/>
      <dgm:spPr/>
      <dgm:t>
        <a:bodyPr/>
        <a:lstStyle/>
        <a:p>
          <a:endParaRPr lang="en-US"/>
        </a:p>
      </dgm:t>
    </dgm:pt>
    <dgm:pt modelId="{4D401C87-D740-4E16-92CA-663ABF78083F}">
      <dgm:prSet/>
      <dgm:spPr/>
      <dgm:t>
        <a:bodyPr/>
        <a:lstStyle/>
        <a:p>
          <a:r>
            <a:rPr lang="en-US" b="1"/>
            <a:t>Unauthorized access</a:t>
          </a:r>
        </a:p>
      </dgm:t>
    </dgm:pt>
    <dgm:pt modelId="{73D12266-2C4F-43C7-90CC-7063FC82747C}" type="parTrans" cxnId="{871F89A9-AC98-4181-8E1D-D6B215A953EE}">
      <dgm:prSet/>
      <dgm:spPr/>
      <dgm:t>
        <a:bodyPr/>
        <a:lstStyle/>
        <a:p>
          <a:endParaRPr lang="en-US"/>
        </a:p>
      </dgm:t>
    </dgm:pt>
    <dgm:pt modelId="{26201E8C-C25E-4952-A7F5-A9A24F3C24B1}" type="sibTrans" cxnId="{871F89A9-AC98-4181-8E1D-D6B215A953EE}">
      <dgm:prSet/>
      <dgm:spPr/>
      <dgm:t>
        <a:bodyPr/>
        <a:lstStyle/>
        <a:p>
          <a:endParaRPr lang="en-US"/>
        </a:p>
      </dgm:t>
    </dgm:pt>
    <dgm:pt modelId="{793B9FAF-B7CC-4BA3-AAFE-FA45B1D83205}">
      <dgm:prSet/>
      <dgm:spPr/>
      <dgm:t>
        <a:bodyPr/>
        <a:lstStyle/>
        <a:p>
          <a:r>
            <a:rPr lang="en-US" b="1"/>
            <a:t>Malicious code injections</a:t>
          </a:r>
        </a:p>
      </dgm:t>
    </dgm:pt>
    <dgm:pt modelId="{3CA6074E-0C67-45B8-962B-4C63BF7F3229}" type="parTrans" cxnId="{7495694E-549E-467C-80D0-8DFB82A4B47B}">
      <dgm:prSet/>
      <dgm:spPr/>
      <dgm:t>
        <a:bodyPr/>
        <a:lstStyle/>
        <a:p>
          <a:endParaRPr lang="en-US"/>
        </a:p>
      </dgm:t>
    </dgm:pt>
    <dgm:pt modelId="{A37C4A03-B1E1-4979-BEEF-E5BD8E006FD3}" type="sibTrans" cxnId="{7495694E-549E-467C-80D0-8DFB82A4B47B}">
      <dgm:prSet/>
      <dgm:spPr/>
      <dgm:t>
        <a:bodyPr/>
        <a:lstStyle/>
        <a:p>
          <a:endParaRPr lang="en-US"/>
        </a:p>
      </dgm:t>
    </dgm:pt>
    <dgm:pt modelId="{68AABF11-78C8-4239-9EFD-0308EB35AC3D}">
      <dgm:prSet/>
      <dgm:spPr/>
      <dgm:t>
        <a:bodyPr/>
        <a:lstStyle/>
        <a:p>
          <a:r>
            <a:rPr lang="en-US" b="1"/>
            <a:t>Information leaks</a:t>
          </a:r>
        </a:p>
      </dgm:t>
    </dgm:pt>
    <dgm:pt modelId="{AD4EFE63-6711-49E3-AAC6-69DECD1FB525}" type="parTrans" cxnId="{FAB9AEE3-27F8-42ED-8597-EBAF4DA82411}">
      <dgm:prSet/>
      <dgm:spPr/>
      <dgm:t>
        <a:bodyPr/>
        <a:lstStyle/>
        <a:p>
          <a:endParaRPr lang="en-US"/>
        </a:p>
      </dgm:t>
    </dgm:pt>
    <dgm:pt modelId="{11A00009-6712-4C07-BB6F-A1ABF6FDAFC3}" type="sibTrans" cxnId="{FAB9AEE3-27F8-42ED-8597-EBAF4DA82411}">
      <dgm:prSet/>
      <dgm:spPr/>
      <dgm:t>
        <a:bodyPr/>
        <a:lstStyle/>
        <a:p>
          <a:endParaRPr lang="en-US"/>
        </a:p>
      </dgm:t>
    </dgm:pt>
    <dgm:pt modelId="{55F22CEA-3E82-CC41-AAAF-CBA885133201}" type="pres">
      <dgm:prSet presAssocID="{633DF050-10E2-4628-9463-9CFE8742F0D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EBD9F16-7313-7B49-B1A4-F7702B2FC4E8}" type="pres">
      <dgm:prSet presAssocID="{8714B392-A3DA-4A05-8F60-97B47F945D10}" presName="hierRoot1" presStyleCnt="0"/>
      <dgm:spPr/>
    </dgm:pt>
    <dgm:pt modelId="{8D05D34F-1786-3F46-A243-3B9B2B1DA950}" type="pres">
      <dgm:prSet presAssocID="{8714B392-A3DA-4A05-8F60-97B47F945D10}" presName="composite" presStyleCnt="0"/>
      <dgm:spPr/>
    </dgm:pt>
    <dgm:pt modelId="{4A95F6E8-1B86-2F43-823F-F4BDB9C767BC}" type="pres">
      <dgm:prSet presAssocID="{8714B392-A3DA-4A05-8F60-97B47F945D10}" presName="background" presStyleLbl="node0" presStyleIdx="0" presStyleCnt="3"/>
      <dgm:spPr/>
    </dgm:pt>
    <dgm:pt modelId="{059C201D-067C-7F4F-AD82-C713CD76F436}" type="pres">
      <dgm:prSet presAssocID="{8714B392-A3DA-4A05-8F60-97B47F945D10}" presName="text" presStyleLbl="fgAcc0" presStyleIdx="0" presStyleCnt="3">
        <dgm:presLayoutVars>
          <dgm:chPref val="3"/>
        </dgm:presLayoutVars>
      </dgm:prSet>
      <dgm:spPr/>
    </dgm:pt>
    <dgm:pt modelId="{E63AF483-716B-5C43-B019-FB06BC2BE510}" type="pres">
      <dgm:prSet presAssocID="{8714B392-A3DA-4A05-8F60-97B47F945D10}" presName="hierChild2" presStyleCnt="0"/>
      <dgm:spPr/>
    </dgm:pt>
    <dgm:pt modelId="{85FF4E06-DEEE-EC49-9E77-E1DD617D3ADB}" type="pres">
      <dgm:prSet presAssocID="{5EF4908E-B786-4E01-A057-62BB82A0DA25}" presName="hierRoot1" presStyleCnt="0"/>
      <dgm:spPr/>
    </dgm:pt>
    <dgm:pt modelId="{0BB8C6B5-C5C3-3349-8F45-F655116FFD30}" type="pres">
      <dgm:prSet presAssocID="{5EF4908E-B786-4E01-A057-62BB82A0DA25}" presName="composite" presStyleCnt="0"/>
      <dgm:spPr/>
    </dgm:pt>
    <dgm:pt modelId="{D15C0CA6-D5A2-404B-AF78-A08B65449728}" type="pres">
      <dgm:prSet presAssocID="{5EF4908E-B786-4E01-A057-62BB82A0DA25}" presName="background" presStyleLbl="node0" presStyleIdx="1" presStyleCnt="3"/>
      <dgm:spPr/>
    </dgm:pt>
    <dgm:pt modelId="{C59261D1-33AF-6442-8F5E-D8C6AEC4295A}" type="pres">
      <dgm:prSet presAssocID="{5EF4908E-B786-4E01-A057-62BB82A0DA25}" presName="text" presStyleLbl="fgAcc0" presStyleIdx="1" presStyleCnt="3">
        <dgm:presLayoutVars>
          <dgm:chPref val="3"/>
        </dgm:presLayoutVars>
      </dgm:prSet>
      <dgm:spPr/>
    </dgm:pt>
    <dgm:pt modelId="{0DEA6937-701F-874A-9A13-8449AC68D7B5}" type="pres">
      <dgm:prSet presAssocID="{5EF4908E-B786-4E01-A057-62BB82A0DA25}" presName="hierChild2" presStyleCnt="0"/>
      <dgm:spPr/>
    </dgm:pt>
    <dgm:pt modelId="{84FB03AC-12B0-B74A-BC90-BF2B3ECF046D}" type="pres">
      <dgm:prSet presAssocID="{C306D039-6E84-48BA-857E-00FC41474854}" presName="hierRoot1" presStyleCnt="0"/>
      <dgm:spPr/>
    </dgm:pt>
    <dgm:pt modelId="{302DB598-E1E0-1241-B743-D66BF5B8AF13}" type="pres">
      <dgm:prSet presAssocID="{C306D039-6E84-48BA-857E-00FC41474854}" presName="composite" presStyleCnt="0"/>
      <dgm:spPr/>
    </dgm:pt>
    <dgm:pt modelId="{58DA0812-BBC1-D34A-B823-2AD07B8FBF47}" type="pres">
      <dgm:prSet presAssocID="{C306D039-6E84-48BA-857E-00FC41474854}" presName="background" presStyleLbl="node0" presStyleIdx="2" presStyleCnt="3"/>
      <dgm:spPr/>
    </dgm:pt>
    <dgm:pt modelId="{A909C22D-F547-2442-86CD-27BF6BF8DA1A}" type="pres">
      <dgm:prSet presAssocID="{C306D039-6E84-48BA-857E-00FC41474854}" presName="text" presStyleLbl="fgAcc0" presStyleIdx="2" presStyleCnt="3">
        <dgm:presLayoutVars>
          <dgm:chPref val="3"/>
        </dgm:presLayoutVars>
      </dgm:prSet>
      <dgm:spPr/>
    </dgm:pt>
    <dgm:pt modelId="{05F317A8-7CD0-D34D-A614-230A0BBF0E92}" type="pres">
      <dgm:prSet presAssocID="{C306D039-6E84-48BA-857E-00FC41474854}" presName="hierChild2" presStyleCnt="0"/>
      <dgm:spPr/>
    </dgm:pt>
    <dgm:pt modelId="{3DCE30A8-5E5D-BC42-B309-25934A8C5C0B}" type="pres">
      <dgm:prSet presAssocID="{73D12266-2C4F-43C7-90CC-7063FC82747C}" presName="Name10" presStyleLbl="parChTrans1D2" presStyleIdx="0" presStyleCnt="3"/>
      <dgm:spPr/>
    </dgm:pt>
    <dgm:pt modelId="{BCFC386F-A532-FD44-83B0-105622555F66}" type="pres">
      <dgm:prSet presAssocID="{4D401C87-D740-4E16-92CA-663ABF78083F}" presName="hierRoot2" presStyleCnt="0"/>
      <dgm:spPr/>
    </dgm:pt>
    <dgm:pt modelId="{99831D9B-D57F-F24D-AF11-1665E449E153}" type="pres">
      <dgm:prSet presAssocID="{4D401C87-D740-4E16-92CA-663ABF78083F}" presName="composite2" presStyleCnt="0"/>
      <dgm:spPr/>
    </dgm:pt>
    <dgm:pt modelId="{9BAE25CC-0178-C442-924E-A771B8113599}" type="pres">
      <dgm:prSet presAssocID="{4D401C87-D740-4E16-92CA-663ABF78083F}" presName="background2" presStyleLbl="node2" presStyleIdx="0" presStyleCnt="3"/>
      <dgm:spPr/>
    </dgm:pt>
    <dgm:pt modelId="{C64EFF91-204D-6A4C-B03E-A7FE7499B968}" type="pres">
      <dgm:prSet presAssocID="{4D401C87-D740-4E16-92CA-663ABF78083F}" presName="text2" presStyleLbl="fgAcc2" presStyleIdx="0" presStyleCnt="3">
        <dgm:presLayoutVars>
          <dgm:chPref val="3"/>
        </dgm:presLayoutVars>
      </dgm:prSet>
      <dgm:spPr/>
    </dgm:pt>
    <dgm:pt modelId="{D4405AD3-7A74-3E48-9095-8F9BDFC5F4EB}" type="pres">
      <dgm:prSet presAssocID="{4D401C87-D740-4E16-92CA-663ABF78083F}" presName="hierChild3" presStyleCnt="0"/>
      <dgm:spPr/>
    </dgm:pt>
    <dgm:pt modelId="{689CF255-C638-AD4E-BE71-B4F60828A6AD}" type="pres">
      <dgm:prSet presAssocID="{3CA6074E-0C67-45B8-962B-4C63BF7F3229}" presName="Name10" presStyleLbl="parChTrans1D2" presStyleIdx="1" presStyleCnt="3"/>
      <dgm:spPr/>
    </dgm:pt>
    <dgm:pt modelId="{9DA7F4F8-8A6C-4944-BF04-CE004B8AAD4C}" type="pres">
      <dgm:prSet presAssocID="{793B9FAF-B7CC-4BA3-AAFE-FA45B1D83205}" presName="hierRoot2" presStyleCnt="0"/>
      <dgm:spPr/>
    </dgm:pt>
    <dgm:pt modelId="{0A844C40-61CA-194D-BDAD-EE6CA21A8F3A}" type="pres">
      <dgm:prSet presAssocID="{793B9FAF-B7CC-4BA3-AAFE-FA45B1D83205}" presName="composite2" presStyleCnt="0"/>
      <dgm:spPr/>
    </dgm:pt>
    <dgm:pt modelId="{50533F61-4435-EE41-B159-0FCDFD3F96C1}" type="pres">
      <dgm:prSet presAssocID="{793B9FAF-B7CC-4BA3-AAFE-FA45B1D83205}" presName="background2" presStyleLbl="node2" presStyleIdx="1" presStyleCnt="3"/>
      <dgm:spPr/>
    </dgm:pt>
    <dgm:pt modelId="{327ABE0A-4408-384F-BE26-A51832ED995E}" type="pres">
      <dgm:prSet presAssocID="{793B9FAF-B7CC-4BA3-AAFE-FA45B1D83205}" presName="text2" presStyleLbl="fgAcc2" presStyleIdx="1" presStyleCnt="3">
        <dgm:presLayoutVars>
          <dgm:chPref val="3"/>
        </dgm:presLayoutVars>
      </dgm:prSet>
      <dgm:spPr/>
    </dgm:pt>
    <dgm:pt modelId="{B0CAB785-1066-A942-B89B-A88582735644}" type="pres">
      <dgm:prSet presAssocID="{793B9FAF-B7CC-4BA3-AAFE-FA45B1D83205}" presName="hierChild3" presStyleCnt="0"/>
      <dgm:spPr/>
    </dgm:pt>
    <dgm:pt modelId="{DBCC5FDC-A96A-DC47-89DB-DB2092609D5C}" type="pres">
      <dgm:prSet presAssocID="{AD4EFE63-6711-49E3-AAC6-69DECD1FB525}" presName="Name10" presStyleLbl="parChTrans1D2" presStyleIdx="2" presStyleCnt="3"/>
      <dgm:spPr/>
    </dgm:pt>
    <dgm:pt modelId="{B8D1354A-5AF0-F148-97C0-2B855A70484D}" type="pres">
      <dgm:prSet presAssocID="{68AABF11-78C8-4239-9EFD-0308EB35AC3D}" presName="hierRoot2" presStyleCnt="0"/>
      <dgm:spPr/>
    </dgm:pt>
    <dgm:pt modelId="{BC1A25CC-C119-6F45-9DC3-5C9087CB8CC0}" type="pres">
      <dgm:prSet presAssocID="{68AABF11-78C8-4239-9EFD-0308EB35AC3D}" presName="composite2" presStyleCnt="0"/>
      <dgm:spPr/>
    </dgm:pt>
    <dgm:pt modelId="{61AB8FB1-E260-4241-8CC1-F2621CDC5C41}" type="pres">
      <dgm:prSet presAssocID="{68AABF11-78C8-4239-9EFD-0308EB35AC3D}" presName="background2" presStyleLbl="node2" presStyleIdx="2" presStyleCnt="3"/>
      <dgm:spPr/>
    </dgm:pt>
    <dgm:pt modelId="{221CEE7B-2ACF-0A4C-B637-86C541983C44}" type="pres">
      <dgm:prSet presAssocID="{68AABF11-78C8-4239-9EFD-0308EB35AC3D}" presName="text2" presStyleLbl="fgAcc2" presStyleIdx="2" presStyleCnt="3">
        <dgm:presLayoutVars>
          <dgm:chPref val="3"/>
        </dgm:presLayoutVars>
      </dgm:prSet>
      <dgm:spPr/>
    </dgm:pt>
    <dgm:pt modelId="{EF52BCAE-0875-D34D-822F-333064DE2E16}" type="pres">
      <dgm:prSet presAssocID="{68AABF11-78C8-4239-9EFD-0308EB35AC3D}" presName="hierChild3" presStyleCnt="0"/>
      <dgm:spPr/>
    </dgm:pt>
  </dgm:ptLst>
  <dgm:cxnLst>
    <dgm:cxn modelId="{8D75511C-ED7F-DB44-AF59-C913B65760A1}" type="presOf" srcId="{5EF4908E-B786-4E01-A057-62BB82A0DA25}" destId="{C59261D1-33AF-6442-8F5E-D8C6AEC4295A}" srcOrd="0" destOrd="0" presId="urn:microsoft.com/office/officeart/2005/8/layout/hierarchy1"/>
    <dgm:cxn modelId="{7495694E-549E-467C-80D0-8DFB82A4B47B}" srcId="{C306D039-6E84-48BA-857E-00FC41474854}" destId="{793B9FAF-B7CC-4BA3-AAFE-FA45B1D83205}" srcOrd="1" destOrd="0" parTransId="{3CA6074E-0C67-45B8-962B-4C63BF7F3229}" sibTransId="{A37C4A03-B1E1-4979-BEEF-E5BD8E006FD3}"/>
    <dgm:cxn modelId="{448BA05A-DBA6-BB47-ADA1-51A0285FF778}" type="presOf" srcId="{4D401C87-D740-4E16-92CA-663ABF78083F}" destId="{C64EFF91-204D-6A4C-B03E-A7FE7499B968}" srcOrd="0" destOrd="0" presId="urn:microsoft.com/office/officeart/2005/8/layout/hierarchy1"/>
    <dgm:cxn modelId="{BB05E165-3B36-4334-9754-0ADFAE47612E}" srcId="{633DF050-10E2-4628-9463-9CFE8742F0D5}" destId="{C306D039-6E84-48BA-857E-00FC41474854}" srcOrd="2" destOrd="0" parTransId="{ABB48087-1F65-45A0-BA31-6BABFF4E014A}" sibTransId="{DF9BCEF5-C4FA-4097-9984-896EF35F2A77}"/>
    <dgm:cxn modelId="{D625CF67-9BF9-4AC1-9168-320789C33494}" srcId="{633DF050-10E2-4628-9463-9CFE8742F0D5}" destId="{8714B392-A3DA-4A05-8F60-97B47F945D10}" srcOrd="0" destOrd="0" parTransId="{32A2C746-CB32-42CB-B98F-58DA4BB8C3E7}" sibTransId="{6DEB4938-796A-4802-9005-7EECBE0ADB18}"/>
    <dgm:cxn modelId="{F2CFB37D-80CC-9742-B685-0A73CCB40A7A}" type="presOf" srcId="{793B9FAF-B7CC-4BA3-AAFE-FA45B1D83205}" destId="{327ABE0A-4408-384F-BE26-A51832ED995E}" srcOrd="0" destOrd="0" presId="urn:microsoft.com/office/officeart/2005/8/layout/hierarchy1"/>
    <dgm:cxn modelId="{AC4C2683-F2F5-4242-B56C-A9F6A0FA9382}" type="presOf" srcId="{68AABF11-78C8-4239-9EFD-0308EB35AC3D}" destId="{221CEE7B-2ACF-0A4C-B637-86C541983C44}" srcOrd="0" destOrd="0" presId="urn:microsoft.com/office/officeart/2005/8/layout/hierarchy1"/>
    <dgm:cxn modelId="{8D77E48F-8EEB-2D46-A211-BC4EC8948533}" type="presOf" srcId="{C306D039-6E84-48BA-857E-00FC41474854}" destId="{A909C22D-F547-2442-86CD-27BF6BF8DA1A}" srcOrd="0" destOrd="0" presId="urn:microsoft.com/office/officeart/2005/8/layout/hierarchy1"/>
    <dgm:cxn modelId="{41500193-ACD2-DA4C-AD7C-05AB02127336}" type="presOf" srcId="{633DF050-10E2-4628-9463-9CFE8742F0D5}" destId="{55F22CEA-3E82-CC41-AAAF-CBA885133201}" srcOrd="0" destOrd="0" presId="urn:microsoft.com/office/officeart/2005/8/layout/hierarchy1"/>
    <dgm:cxn modelId="{871F89A9-AC98-4181-8E1D-D6B215A953EE}" srcId="{C306D039-6E84-48BA-857E-00FC41474854}" destId="{4D401C87-D740-4E16-92CA-663ABF78083F}" srcOrd="0" destOrd="0" parTransId="{73D12266-2C4F-43C7-90CC-7063FC82747C}" sibTransId="{26201E8C-C25E-4952-A7F5-A9A24F3C24B1}"/>
    <dgm:cxn modelId="{62DEF8B7-4142-754D-A998-8AF85E084B5C}" type="presOf" srcId="{3CA6074E-0C67-45B8-962B-4C63BF7F3229}" destId="{689CF255-C638-AD4E-BE71-B4F60828A6AD}" srcOrd="0" destOrd="0" presId="urn:microsoft.com/office/officeart/2005/8/layout/hierarchy1"/>
    <dgm:cxn modelId="{567B08C1-241F-4639-A482-EBFB43CC87BC}" srcId="{633DF050-10E2-4628-9463-9CFE8742F0D5}" destId="{5EF4908E-B786-4E01-A057-62BB82A0DA25}" srcOrd="1" destOrd="0" parTransId="{B5E00AF7-80D6-4BD6-B652-5B49CA30E2F1}" sibTransId="{069B5C55-B1FB-4F81-9711-CCFB9A6B357D}"/>
    <dgm:cxn modelId="{92FC9FC9-F42A-7846-A018-2E552556F876}" type="presOf" srcId="{73D12266-2C4F-43C7-90CC-7063FC82747C}" destId="{3DCE30A8-5E5D-BC42-B309-25934A8C5C0B}" srcOrd="0" destOrd="0" presId="urn:microsoft.com/office/officeart/2005/8/layout/hierarchy1"/>
    <dgm:cxn modelId="{FAB9AEE3-27F8-42ED-8597-EBAF4DA82411}" srcId="{C306D039-6E84-48BA-857E-00FC41474854}" destId="{68AABF11-78C8-4239-9EFD-0308EB35AC3D}" srcOrd="2" destOrd="0" parTransId="{AD4EFE63-6711-49E3-AAC6-69DECD1FB525}" sibTransId="{11A00009-6712-4C07-BB6F-A1ABF6FDAFC3}"/>
    <dgm:cxn modelId="{D12C0FE7-7CB9-4E40-8C97-99581464AE39}" type="presOf" srcId="{8714B392-A3DA-4A05-8F60-97B47F945D10}" destId="{059C201D-067C-7F4F-AD82-C713CD76F436}" srcOrd="0" destOrd="0" presId="urn:microsoft.com/office/officeart/2005/8/layout/hierarchy1"/>
    <dgm:cxn modelId="{0858FFEA-7D1B-C946-9E8C-10A766DD608B}" type="presOf" srcId="{AD4EFE63-6711-49E3-AAC6-69DECD1FB525}" destId="{DBCC5FDC-A96A-DC47-89DB-DB2092609D5C}" srcOrd="0" destOrd="0" presId="urn:microsoft.com/office/officeart/2005/8/layout/hierarchy1"/>
    <dgm:cxn modelId="{60151E66-1F24-B441-8D58-2F23FEF12B10}" type="presParOf" srcId="{55F22CEA-3E82-CC41-AAAF-CBA885133201}" destId="{1EBD9F16-7313-7B49-B1A4-F7702B2FC4E8}" srcOrd="0" destOrd="0" presId="urn:microsoft.com/office/officeart/2005/8/layout/hierarchy1"/>
    <dgm:cxn modelId="{B4B3EB97-25A5-8041-A174-BE37CC8D202A}" type="presParOf" srcId="{1EBD9F16-7313-7B49-B1A4-F7702B2FC4E8}" destId="{8D05D34F-1786-3F46-A243-3B9B2B1DA950}" srcOrd="0" destOrd="0" presId="urn:microsoft.com/office/officeart/2005/8/layout/hierarchy1"/>
    <dgm:cxn modelId="{67320318-573E-7545-A58F-ED54546914EB}" type="presParOf" srcId="{8D05D34F-1786-3F46-A243-3B9B2B1DA950}" destId="{4A95F6E8-1B86-2F43-823F-F4BDB9C767BC}" srcOrd="0" destOrd="0" presId="urn:microsoft.com/office/officeart/2005/8/layout/hierarchy1"/>
    <dgm:cxn modelId="{9A53C269-4348-5A44-9E26-74929DD05C71}" type="presParOf" srcId="{8D05D34F-1786-3F46-A243-3B9B2B1DA950}" destId="{059C201D-067C-7F4F-AD82-C713CD76F436}" srcOrd="1" destOrd="0" presId="urn:microsoft.com/office/officeart/2005/8/layout/hierarchy1"/>
    <dgm:cxn modelId="{0DCE49B7-D92D-4A40-B0A4-80F2917689B1}" type="presParOf" srcId="{1EBD9F16-7313-7B49-B1A4-F7702B2FC4E8}" destId="{E63AF483-716B-5C43-B019-FB06BC2BE510}" srcOrd="1" destOrd="0" presId="urn:microsoft.com/office/officeart/2005/8/layout/hierarchy1"/>
    <dgm:cxn modelId="{AB2B0635-2894-A14D-BB45-5084340B4172}" type="presParOf" srcId="{55F22CEA-3E82-CC41-AAAF-CBA885133201}" destId="{85FF4E06-DEEE-EC49-9E77-E1DD617D3ADB}" srcOrd="1" destOrd="0" presId="urn:microsoft.com/office/officeart/2005/8/layout/hierarchy1"/>
    <dgm:cxn modelId="{E5CA9240-7409-4B4C-9854-E256098C2241}" type="presParOf" srcId="{85FF4E06-DEEE-EC49-9E77-E1DD617D3ADB}" destId="{0BB8C6B5-C5C3-3349-8F45-F655116FFD30}" srcOrd="0" destOrd="0" presId="urn:microsoft.com/office/officeart/2005/8/layout/hierarchy1"/>
    <dgm:cxn modelId="{228CAECE-636E-CF46-9B24-A89C5D4F63B7}" type="presParOf" srcId="{0BB8C6B5-C5C3-3349-8F45-F655116FFD30}" destId="{D15C0CA6-D5A2-404B-AF78-A08B65449728}" srcOrd="0" destOrd="0" presId="urn:microsoft.com/office/officeart/2005/8/layout/hierarchy1"/>
    <dgm:cxn modelId="{5582371D-ABFC-B144-8156-FDEC47FF5694}" type="presParOf" srcId="{0BB8C6B5-C5C3-3349-8F45-F655116FFD30}" destId="{C59261D1-33AF-6442-8F5E-D8C6AEC4295A}" srcOrd="1" destOrd="0" presId="urn:microsoft.com/office/officeart/2005/8/layout/hierarchy1"/>
    <dgm:cxn modelId="{56CB859A-F46B-8941-8126-C31AA69B617D}" type="presParOf" srcId="{85FF4E06-DEEE-EC49-9E77-E1DD617D3ADB}" destId="{0DEA6937-701F-874A-9A13-8449AC68D7B5}" srcOrd="1" destOrd="0" presId="urn:microsoft.com/office/officeart/2005/8/layout/hierarchy1"/>
    <dgm:cxn modelId="{C00BC620-6559-8540-85DF-6CB7D28677A4}" type="presParOf" srcId="{55F22CEA-3E82-CC41-AAAF-CBA885133201}" destId="{84FB03AC-12B0-B74A-BC90-BF2B3ECF046D}" srcOrd="2" destOrd="0" presId="urn:microsoft.com/office/officeart/2005/8/layout/hierarchy1"/>
    <dgm:cxn modelId="{7ED7C507-5B3B-0C43-B7A9-4BEE5C8DA1E6}" type="presParOf" srcId="{84FB03AC-12B0-B74A-BC90-BF2B3ECF046D}" destId="{302DB598-E1E0-1241-B743-D66BF5B8AF13}" srcOrd="0" destOrd="0" presId="urn:microsoft.com/office/officeart/2005/8/layout/hierarchy1"/>
    <dgm:cxn modelId="{F7D16D42-2D30-BB40-BAFC-C9399A3463DB}" type="presParOf" srcId="{302DB598-E1E0-1241-B743-D66BF5B8AF13}" destId="{58DA0812-BBC1-D34A-B823-2AD07B8FBF47}" srcOrd="0" destOrd="0" presId="urn:microsoft.com/office/officeart/2005/8/layout/hierarchy1"/>
    <dgm:cxn modelId="{1426ADA7-5BBC-BC44-A2A5-2BB45CFD1BFF}" type="presParOf" srcId="{302DB598-E1E0-1241-B743-D66BF5B8AF13}" destId="{A909C22D-F547-2442-86CD-27BF6BF8DA1A}" srcOrd="1" destOrd="0" presId="urn:microsoft.com/office/officeart/2005/8/layout/hierarchy1"/>
    <dgm:cxn modelId="{0985ACAC-FEAE-CB4E-97A8-9FF2B44F4EEC}" type="presParOf" srcId="{84FB03AC-12B0-B74A-BC90-BF2B3ECF046D}" destId="{05F317A8-7CD0-D34D-A614-230A0BBF0E92}" srcOrd="1" destOrd="0" presId="urn:microsoft.com/office/officeart/2005/8/layout/hierarchy1"/>
    <dgm:cxn modelId="{3B4246E9-41DE-664B-9696-6E0E983FA7A4}" type="presParOf" srcId="{05F317A8-7CD0-D34D-A614-230A0BBF0E92}" destId="{3DCE30A8-5E5D-BC42-B309-25934A8C5C0B}" srcOrd="0" destOrd="0" presId="urn:microsoft.com/office/officeart/2005/8/layout/hierarchy1"/>
    <dgm:cxn modelId="{E472B19F-C375-0441-BD50-894DF517B300}" type="presParOf" srcId="{05F317A8-7CD0-D34D-A614-230A0BBF0E92}" destId="{BCFC386F-A532-FD44-83B0-105622555F66}" srcOrd="1" destOrd="0" presId="urn:microsoft.com/office/officeart/2005/8/layout/hierarchy1"/>
    <dgm:cxn modelId="{3D69FC89-4361-FF48-9620-7147E0776860}" type="presParOf" srcId="{BCFC386F-A532-FD44-83B0-105622555F66}" destId="{99831D9B-D57F-F24D-AF11-1665E449E153}" srcOrd="0" destOrd="0" presId="urn:microsoft.com/office/officeart/2005/8/layout/hierarchy1"/>
    <dgm:cxn modelId="{6976C2EC-8BAC-BF4E-9EFE-B9F5DF1E59CE}" type="presParOf" srcId="{99831D9B-D57F-F24D-AF11-1665E449E153}" destId="{9BAE25CC-0178-C442-924E-A771B8113599}" srcOrd="0" destOrd="0" presId="urn:microsoft.com/office/officeart/2005/8/layout/hierarchy1"/>
    <dgm:cxn modelId="{1D206587-85AA-8343-BB9B-2BDB28DA54AB}" type="presParOf" srcId="{99831D9B-D57F-F24D-AF11-1665E449E153}" destId="{C64EFF91-204D-6A4C-B03E-A7FE7499B968}" srcOrd="1" destOrd="0" presId="urn:microsoft.com/office/officeart/2005/8/layout/hierarchy1"/>
    <dgm:cxn modelId="{064164B0-8773-D140-BF24-43D4CB46B3B1}" type="presParOf" srcId="{BCFC386F-A532-FD44-83B0-105622555F66}" destId="{D4405AD3-7A74-3E48-9095-8F9BDFC5F4EB}" srcOrd="1" destOrd="0" presId="urn:microsoft.com/office/officeart/2005/8/layout/hierarchy1"/>
    <dgm:cxn modelId="{76F3FBEA-A50E-4842-B5F4-E3F6FF2ED50F}" type="presParOf" srcId="{05F317A8-7CD0-D34D-A614-230A0BBF0E92}" destId="{689CF255-C638-AD4E-BE71-B4F60828A6AD}" srcOrd="2" destOrd="0" presId="urn:microsoft.com/office/officeart/2005/8/layout/hierarchy1"/>
    <dgm:cxn modelId="{88EF6D6C-5D59-9A42-888F-F29151685BC1}" type="presParOf" srcId="{05F317A8-7CD0-D34D-A614-230A0BBF0E92}" destId="{9DA7F4F8-8A6C-4944-BF04-CE004B8AAD4C}" srcOrd="3" destOrd="0" presId="urn:microsoft.com/office/officeart/2005/8/layout/hierarchy1"/>
    <dgm:cxn modelId="{D075EDC6-BF31-8144-819D-1BE7DA29D11C}" type="presParOf" srcId="{9DA7F4F8-8A6C-4944-BF04-CE004B8AAD4C}" destId="{0A844C40-61CA-194D-BDAD-EE6CA21A8F3A}" srcOrd="0" destOrd="0" presId="urn:microsoft.com/office/officeart/2005/8/layout/hierarchy1"/>
    <dgm:cxn modelId="{CEB22AF2-B68F-C749-9B6D-812A21651FC2}" type="presParOf" srcId="{0A844C40-61CA-194D-BDAD-EE6CA21A8F3A}" destId="{50533F61-4435-EE41-B159-0FCDFD3F96C1}" srcOrd="0" destOrd="0" presId="urn:microsoft.com/office/officeart/2005/8/layout/hierarchy1"/>
    <dgm:cxn modelId="{34009212-4B59-AE48-840B-8F36246FA9C3}" type="presParOf" srcId="{0A844C40-61CA-194D-BDAD-EE6CA21A8F3A}" destId="{327ABE0A-4408-384F-BE26-A51832ED995E}" srcOrd="1" destOrd="0" presId="urn:microsoft.com/office/officeart/2005/8/layout/hierarchy1"/>
    <dgm:cxn modelId="{8B459864-C650-3044-A3D2-FB72842F59E9}" type="presParOf" srcId="{9DA7F4F8-8A6C-4944-BF04-CE004B8AAD4C}" destId="{B0CAB785-1066-A942-B89B-A88582735644}" srcOrd="1" destOrd="0" presId="urn:microsoft.com/office/officeart/2005/8/layout/hierarchy1"/>
    <dgm:cxn modelId="{89C4CC0D-D812-FF4C-A827-94351F4F1388}" type="presParOf" srcId="{05F317A8-7CD0-D34D-A614-230A0BBF0E92}" destId="{DBCC5FDC-A96A-DC47-89DB-DB2092609D5C}" srcOrd="4" destOrd="0" presId="urn:microsoft.com/office/officeart/2005/8/layout/hierarchy1"/>
    <dgm:cxn modelId="{FCD2C66C-F268-2D4F-A829-B6136BE0673C}" type="presParOf" srcId="{05F317A8-7CD0-D34D-A614-230A0BBF0E92}" destId="{B8D1354A-5AF0-F148-97C0-2B855A70484D}" srcOrd="5" destOrd="0" presId="urn:microsoft.com/office/officeart/2005/8/layout/hierarchy1"/>
    <dgm:cxn modelId="{9679F092-0937-994C-92F7-22B3240ADB3B}" type="presParOf" srcId="{B8D1354A-5AF0-F148-97C0-2B855A70484D}" destId="{BC1A25CC-C119-6F45-9DC3-5C9087CB8CC0}" srcOrd="0" destOrd="0" presId="urn:microsoft.com/office/officeart/2005/8/layout/hierarchy1"/>
    <dgm:cxn modelId="{39BE35AA-7EEC-8D43-88FE-D1E5E4D4A3C0}" type="presParOf" srcId="{BC1A25CC-C119-6F45-9DC3-5C9087CB8CC0}" destId="{61AB8FB1-E260-4241-8CC1-F2621CDC5C41}" srcOrd="0" destOrd="0" presId="urn:microsoft.com/office/officeart/2005/8/layout/hierarchy1"/>
    <dgm:cxn modelId="{8ADA7ED1-4FAC-7342-8E86-3CEEB4F4304B}" type="presParOf" srcId="{BC1A25CC-C119-6F45-9DC3-5C9087CB8CC0}" destId="{221CEE7B-2ACF-0A4C-B637-86C541983C44}" srcOrd="1" destOrd="0" presId="urn:microsoft.com/office/officeart/2005/8/layout/hierarchy1"/>
    <dgm:cxn modelId="{5EC2E0AC-C96F-7E45-A135-A117589AFE1E}" type="presParOf" srcId="{B8D1354A-5AF0-F148-97C0-2B855A70484D}" destId="{EF52BCAE-0875-D34D-822F-333064DE2E1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02C18A-20F3-4713-B973-A1F1C9AC006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B82D413-1DED-45AD-9070-C0124915493B}">
      <dgm:prSet/>
      <dgm:spPr/>
      <dgm:t>
        <a:bodyPr/>
        <a:lstStyle/>
        <a:p>
          <a:r>
            <a:rPr lang="en-US" b="1" i="0"/>
            <a:t>Principle of Least Privilege (PoLP)</a:t>
          </a:r>
          <a:r>
            <a:rPr lang="en-US" b="0" i="0"/>
            <a:t> – Give users only the access they need.</a:t>
          </a:r>
          <a:endParaRPr lang="en-US"/>
        </a:p>
      </dgm:t>
    </dgm:pt>
    <dgm:pt modelId="{41988DD9-4118-48DF-96DD-DCF2F0A11700}" type="parTrans" cxnId="{0F5019B9-D3DD-4F36-83A4-D55BE94E06AE}">
      <dgm:prSet/>
      <dgm:spPr/>
      <dgm:t>
        <a:bodyPr/>
        <a:lstStyle/>
        <a:p>
          <a:endParaRPr lang="en-US"/>
        </a:p>
      </dgm:t>
    </dgm:pt>
    <dgm:pt modelId="{56607D8D-10EA-4D25-89D4-07D132785175}" type="sibTrans" cxnId="{0F5019B9-D3DD-4F36-83A4-D55BE94E06AE}">
      <dgm:prSet/>
      <dgm:spPr/>
      <dgm:t>
        <a:bodyPr/>
        <a:lstStyle/>
        <a:p>
          <a:endParaRPr lang="en-US"/>
        </a:p>
      </dgm:t>
    </dgm:pt>
    <dgm:pt modelId="{D8178D57-BB6C-4C9D-BF16-2EAA850D991E}">
      <dgm:prSet/>
      <dgm:spPr/>
      <dgm:t>
        <a:bodyPr/>
        <a:lstStyle/>
        <a:p>
          <a:r>
            <a:rPr lang="en-US" b="1" i="0"/>
            <a:t>Role-based access control (RBAC)</a:t>
          </a:r>
          <a:r>
            <a:rPr lang="en-US" b="0" i="0"/>
            <a:t> – Assign roles (admin, developer, reviewer).</a:t>
          </a:r>
          <a:endParaRPr lang="en-US"/>
        </a:p>
      </dgm:t>
    </dgm:pt>
    <dgm:pt modelId="{DE44889E-6978-4597-BF4C-563157FA21C0}" type="parTrans" cxnId="{DBD6F4B2-9774-47E3-9AA6-E8BBC04D1B96}">
      <dgm:prSet/>
      <dgm:spPr/>
      <dgm:t>
        <a:bodyPr/>
        <a:lstStyle/>
        <a:p>
          <a:endParaRPr lang="en-US"/>
        </a:p>
      </dgm:t>
    </dgm:pt>
    <dgm:pt modelId="{ED6EF35C-EFC2-44E8-96EE-ACF5B732B3F5}" type="sibTrans" cxnId="{DBD6F4B2-9774-47E3-9AA6-E8BBC04D1B96}">
      <dgm:prSet/>
      <dgm:spPr/>
      <dgm:t>
        <a:bodyPr/>
        <a:lstStyle/>
        <a:p>
          <a:endParaRPr lang="en-US"/>
        </a:p>
      </dgm:t>
    </dgm:pt>
    <dgm:pt modelId="{DA42A0BA-4BF4-4A5B-9F37-87A2863B44E8}">
      <dgm:prSet/>
      <dgm:spPr/>
      <dgm:t>
        <a:bodyPr/>
        <a:lstStyle/>
        <a:p>
          <a:r>
            <a:rPr lang="en-US" b="1" i="0"/>
            <a:t>Multi-factor authentication (MFA)</a:t>
          </a:r>
          <a:r>
            <a:rPr lang="en-US" b="0" i="0"/>
            <a:t> – Extra layer of protection against unauthorized access.</a:t>
          </a:r>
          <a:endParaRPr lang="en-US"/>
        </a:p>
      </dgm:t>
    </dgm:pt>
    <dgm:pt modelId="{737523F4-29D7-4BD9-82A9-50C90C1E5CF6}" type="parTrans" cxnId="{572B70AE-251A-4F9F-A4AA-E645A8E12EBD}">
      <dgm:prSet/>
      <dgm:spPr/>
      <dgm:t>
        <a:bodyPr/>
        <a:lstStyle/>
        <a:p>
          <a:endParaRPr lang="en-US"/>
        </a:p>
      </dgm:t>
    </dgm:pt>
    <dgm:pt modelId="{893CA873-7372-49B5-8B46-9D6D5747858C}" type="sibTrans" cxnId="{572B70AE-251A-4F9F-A4AA-E645A8E12EBD}">
      <dgm:prSet/>
      <dgm:spPr/>
      <dgm:t>
        <a:bodyPr/>
        <a:lstStyle/>
        <a:p>
          <a:endParaRPr lang="en-US"/>
        </a:p>
      </dgm:t>
    </dgm:pt>
    <dgm:pt modelId="{4C7E6E8B-B0A4-4F4B-8B33-4D08A74B0639}">
      <dgm:prSet/>
      <dgm:spPr/>
      <dgm:t>
        <a:bodyPr/>
        <a:lstStyle/>
        <a:p>
          <a:r>
            <a:rPr lang="en-US" b="1" i="0"/>
            <a:t>SSO (Single Sign-On) Integration</a:t>
          </a:r>
          <a:r>
            <a:rPr lang="en-US" b="0" i="0"/>
            <a:t> – Centralized authentication for better control.</a:t>
          </a:r>
          <a:endParaRPr lang="en-US"/>
        </a:p>
      </dgm:t>
    </dgm:pt>
    <dgm:pt modelId="{53F05BBA-91F5-40C1-A9D7-CEC14DAF03F8}" type="parTrans" cxnId="{27FC8C64-62E6-4B81-B59B-87938574EC37}">
      <dgm:prSet/>
      <dgm:spPr/>
      <dgm:t>
        <a:bodyPr/>
        <a:lstStyle/>
        <a:p>
          <a:endParaRPr lang="en-US"/>
        </a:p>
      </dgm:t>
    </dgm:pt>
    <dgm:pt modelId="{A1D2DC36-CE45-4C49-A0D2-633AF40A7716}" type="sibTrans" cxnId="{27FC8C64-62E6-4B81-B59B-87938574EC37}">
      <dgm:prSet/>
      <dgm:spPr/>
      <dgm:t>
        <a:bodyPr/>
        <a:lstStyle/>
        <a:p>
          <a:endParaRPr lang="en-US"/>
        </a:p>
      </dgm:t>
    </dgm:pt>
    <dgm:pt modelId="{839CA0F2-065D-4F45-A401-AF35E4A7501F}" type="pres">
      <dgm:prSet presAssocID="{DD02C18A-20F3-4713-B973-A1F1C9AC0066}" presName="linear" presStyleCnt="0">
        <dgm:presLayoutVars>
          <dgm:animLvl val="lvl"/>
          <dgm:resizeHandles val="exact"/>
        </dgm:presLayoutVars>
      </dgm:prSet>
      <dgm:spPr/>
    </dgm:pt>
    <dgm:pt modelId="{BAA392E0-BD26-364A-9BFE-2F4DF2734236}" type="pres">
      <dgm:prSet presAssocID="{4B82D413-1DED-45AD-9070-C0124915493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C3F4A6B-5C5D-874D-8824-3988AF5CDB08}" type="pres">
      <dgm:prSet presAssocID="{56607D8D-10EA-4D25-89D4-07D132785175}" presName="spacer" presStyleCnt="0"/>
      <dgm:spPr/>
    </dgm:pt>
    <dgm:pt modelId="{4A3D377A-2B92-E24B-B117-6660DF8BD799}" type="pres">
      <dgm:prSet presAssocID="{D8178D57-BB6C-4C9D-BF16-2EAA850D991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E3D9125-543F-054E-BD01-FB84E92AAFF8}" type="pres">
      <dgm:prSet presAssocID="{ED6EF35C-EFC2-44E8-96EE-ACF5B732B3F5}" presName="spacer" presStyleCnt="0"/>
      <dgm:spPr/>
    </dgm:pt>
    <dgm:pt modelId="{D6A6DDED-DE30-D548-8C67-024A503C90C8}" type="pres">
      <dgm:prSet presAssocID="{DA42A0BA-4BF4-4A5B-9F37-87A2863B44E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F01058A-0985-3740-91EB-1FA0DDBCDBFF}" type="pres">
      <dgm:prSet presAssocID="{893CA873-7372-49B5-8B46-9D6D5747858C}" presName="spacer" presStyleCnt="0"/>
      <dgm:spPr/>
    </dgm:pt>
    <dgm:pt modelId="{D0E32D03-E023-654E-A8F6-C3FAC4829C00}" type="pres">
      <dgm:prSet presAssocID="{4C7E6E8B-B0A4-4F4B-8B33-4D08A74B063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AB9410D-E9BB-8C41-B7B2-142CE64D44F6}" type="presOf" srcId="{DA42A0BA-4BF4-4A5B-9F37-87A2863B44E8}" destId="{D6A6DDED-DE30-D548-8C67-024A503C90C8}" srcOrd="0" destOrd="0" presId="urn:microsoft.com/office/officeart/2005/8/layout/vList2"/>
    <dgm:cxn modelId="{1DF31828-2BF6-974D-A86D-C802C39BA714}" type="presOf" srcId="{4B82D413-1DED-45AD-9070-C0124915493B}" destId="{BAA392E0-BD26-364A-9BFE-2F4DF2734236}" srcOrd="0" destOrd="0" presId="urn:microsoft.com/office/officeart/2005/8/layout/vList2"/>
    <dgm:cxn modelId="{27FC8C64-62E6-4B81-B59B-87938574EC37}" srcId="{DD02C18A-20F3-4713-B973-A1F1C9AC0066}" destId="{4C7E6E8B-B0A4-4F4B-8B33-4D08A74B0639}" srcOrd="3" destOrd="0" parTransId="{53F05BBA-91F5-40C1-A9D7-CEC14DAF03F8}" sibTransId="{A1D2DC36-CE45-4C49-A0D2-633AF40A7716}"/>
    <dgm:cxn modelId="{6872237D-7660-A242-AACD-A37588D517C6}" type="presOf" srcId="{DD02C18A-20F3-4713-B973-A1F1C9AC0066}" destId="{839CA0F2-065D-4F45-A401-AF35E4A7501F}" srcOrd="0" destOrd="0" presId="urn:microsoft.com/office/officeart/2005/8/layout/vList2"/>
    <dgm:cxn modelId="{2D475985-7CF2-FE4D-A695-FECF4267B989}" type="presOf" srcId="{4C7E6E8B-B0A4-4F4B-8B33-4D08A74B0639}" destId="{D0E32D03-E023-654E-A8F6-C3FAC4829C00}" srcOrd="0" destOrd="0" presId="urn:microsoft.com/office/officeart/2005/8/layout/vList2"/>
    <dgm:cxn modelId="{572B70AE-251A-4F9F-A4AA-E645A8E12EBD}" srcId="{DD02C18A-20F3-4713-B973-A1F1C9AC0066}" destId="{DA42A0BA-4BF4-4A5B-9F37-87A2863B44E8}" srcOrd="2" destOrd="0" parTransId="{737523F4-29D7-4BD9-82A9-50C90C1E5CF6}" sibTransId="{893CA873-7372-49B5-8B46-9D6D5747858C}"/>
    <dgm:cxn modelId="{DBD6F4B2-9774-47E3-9AA6-E8BBC04D1B96}" srcId="{DD02C18A-20F3-4713-B973-A1F1C9AC0066}" destId="{D8178D57-BB6C-4C9D-BF16-2EAA850D991E}" srcOrd="1" destOrd="0" parTransId="{DE44889E-6978-4597-BF4C-563157FA21C0}" sibTransId="{ED6EF35C-EFC2-44E8-96EE-ACF5B732B3F5}"/>
    <dgm:cxn modelId="{0F5019B9-D3DD-4F36-83A4-D55BE94E06AE}" srcId="{DD02C18A-20F3-4713-B973-A1F1C9AC0066}" destId="{4B82D413-1DED-45AD-9070-C0124915493B}" srcOrd="0" destOrd="0" parTransId="{41988DD9-4118-48DF-96DD-DCF2F0A11700}" sibTransId="{56607D8D-10EA-4D25-89D4-07D132785175}"/>
    <dgm:cxn modelId="{E21293ED-FD63-5B4A-9D03-F50F147C657D}" type="presOf" srcId="{D8178D57-BB6C-4C9D-BF16-2EAA850D991E}" destId="{4A3D377A-2B92-E24B-B117-6660DF8BD799}" srcOrd="0" destOrd="0" presId="urn:microsoft.com/office/officeart/2005/8/layout/vList2"/>
    <dgm:cxn modelId="{55ED4DE9-72B6-AA45-A605-F328DB773903}" type="presParOf" srcId="{839CA0F2-065D-4F45-A401-AF35E4A7501F}" destId="{BAA392E0-BD26-364A-9BFE-2F4DF2734236}" srcOrd="0" destOrd="0" presId="urn:microsoft.com/office/officeart/2005/8/layout/vList2"/>
    <dgm:cxn modelId="{2B440CBA-F0F1-0647-B4E4-F8E480DA4E27}" type="presParOf" srcId="{839CA0F2-065D-4F45-A401-AF35E4A7501F}" destId="{AC3F4A6B-5C5D-874D-8824-3988AF5CDB08}" srcOrd="1" destOrd="0" presId="urn:microsoft.com/office/officeart/2005/8/layout/vList2"/>
    <dgm:cxn modelId="{43445166-48E6-C24E-B4CB-AB37BD185603}" type="presParOf" srcId="{839CA0F2-065D-4F45-A401-AF35E4A7501F}" destId="{4A3D377A-2B92-E24B-B117-6660DF8BD799}" srcOrd="2" destOrd="0" presId="urn:microsoft.com/office/officeart/2005/8/layout/vList2"/>
    <dgm:cxn modelId="{97FCA329-940B-504E-976F-DBE153C745D3}" type="presParOf" srcId="{839CA0F2-065D-4F45-A401-AF35E4A7501F}" destId="{EE3D9125-543F-054E-BD01-FB84E92AAFF8}" srcOrd="3" destOrd="0" presId="urn:microsoft.com/office/officeart/2005/8/layout/vList2"/>
    <dgm:cxn modelId="{5AB570D4-E192-EA43-B7E9-189009378604}" type="presParOf" srcId="{839CA0F2-065D-4F45-A401-AF35E4A7501F}" destId="{D6A6DDED-DE30-D548-8C67-024A503C90C8}" srcOrd="4" destOrd="0" presId="urn:microsoft.com/office/officeart/2005/8/layout/vList2"/>
    <dgm:cxn modelId="{89F73065-2D6D-1141-ABAC-B8EE013D91C2}" type="presParOf" srcId="{839CA0F2-065D-4F45-A401-AF35E4A7501F}" destId="{1F01058A-0985-3740-91EB-1FA0DDBCDBFF}" srcOrd="5" destOrd="0" presId="urn:microsoft.com/office/officeart/2005/8/layout/vList2"/>
    <dgm:cxn modelId="{C43089B1-E8A9-0E40-AF70-D01BBFE80C4C}" type="presParOf" srcId="{839CA0F2-065D-4F45-A401-AF35E4A7501F}" destId="{D0E32D03-E023-654E-A8F6-C3FAC4829C0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D5709D-5320-4F4E-9C25-0B0A5E953460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ED9FF5C-FC75-4E76-AA29-CABB2CC53790}">
      <dgm:prSet/>
      <dgm:spPr/>
      <dgm:t>
        <a:bodyPr/>
        <a:lstStyle/>
        <a:p>
          <a:r>
            <a:rPr lang="en-US" b="1" i="0"/>
            <a:t>Define a security response plan</a:t>
          </a:r>
          <a:r>
            <a:rPr lang="en-US" b="0" i="0"/>
            <a:t> – Steps to handle breaches.</a:t>
          </a:r>
          <a:endParaRPr lang="en-US"/>
        </a:p>
      </dgm:t>
    </dgm:pt>
    <dgm:pt modelId="{143207A7-240C-4348-860F-D2E2D808B5C0}" type="parTrans" cxnId="{E1FC75EA-550F-4A77-80B1-CCAF91D87BEB}">
      <dgm:prSet/>
      <dgm:spPr/>
      <dgm:t>
        <a:bodyPr/>
        <a:lstStyle/>
        <a:p>
          <a:endParaRPr lang="en-US"/>
        </a:p>
      </dgm:t>
    </dgm:pt>
    <dgm:pt modelId="{7C85CCF2-5F25-49E5-8E4A-4208DB3EBBBB}" type="sibTrans" cxnId="{E1FC75EA-550F-4A77-80B1-CCAF91D87BEB}">
      <dgm:prSet/>
      <dgm:spPr/>
      <dgm:t>
        <a:bodyPr/>
        <a:lstStyle/>
        <a:p>
          <a:endParaRPr lang="en-US"/>
        </a:p>
      </dgm:t>
    </dgm:pt>
    <dgm:pt modelId="{60C4D985-BE1F-4A55-B2C3-980C298F1A33}">
      <dgm:prSet/>
      <dgm:spPr/>
      <dgm:t>
        <a:bodyPr/>
        <a:lstStyle/>
        <a:p>
          <a:r>
            <a:rPr lang="en-US" b="1" i="0"/>
            <a:t>Backup repositories regularly</a:t>
          </a:r>
          <a:r>
            <a:rPr lang="en-US" b="0" i="0"/>
            <a:t> – Ensure recovery from attacks.</a:t>
          </a:r>
          <a:endParaRPr lang="en-US"/>
        </a:p>
      </dgm:t>
    </dgm:pt>
    <dgm:pt modelId="{8AEA7004-F397-4E1A-ABD3-2EBFE317DB53}" type="parTrans" cxnId="{E7358E61-BB38-4929-BA7B-F776EA1F4BFD}">
      <dgm:prSet/>
      <dgm:spPr/>
      <dgm:t>
        <a:bodyPr/>
        <a:lstStyle/>
        <a:p>
          <a:endParaRPr lang="en-US"/>
        </a:p>
      </dgm:t>
    </dgm:pt>
    <dgm:pt modelId="{07FD40C2-0CC8-4647-AF06-318705F44B1A}" type="sibTrans" cxnId="{E7358E61-BB38-4929-BA7B-F776EA1F4BFD}">
      <dgm:prSet/>
      <dgm:spPr/>
      <dgm:t>
        <a:bodyPr/>
        <a:lstStyle/>
        <a:p>
          <a:endParaRPr lang="en-US"/>
        </a:p>
      </dgm:t>
    </dgm:pt>
    <dgm:pt modelId="{98D1381C-792B-41B7-80B9-5E4AC23A31DE}">
      <dgm:prSet/>
      <dgm:spPr/>
      <dgm:t>
        <a:bodyPr/>
        <a:lstStyle/>
        <a:p>
          <a:r>
            <a:rPr lang="en-US" b="1" i="0"/>
            <a:t>Use immutable logs</a:t>
          </a:r>
          <a:r>
            <a:rPr lang="en-US" b="0" i="0"/>
            <a:t> – Prevent log tampering.</a:t>
          </a:r>
          <a:endParaRPr lang="en-US"/>
        </a:p>
      </dgm:t>
    </dgm:pt>
    <dgm:pt modelId="{D1A9E8C2-FF26-4922-81A5-B118CE63AC00}" type="parTrans" cxnId="{323CA2F1-BF57-4838-A9CE-D0364E94A562}">
      <dgm:prSet/>
      <dgm:spPr/>
      <dgm:t>
        <a:bodyPr/>
        <a:lstStyle/>
        <a:p>
          <a:endParaRPr lang="en-US"/>
        </a:p>
      </dgm:t>
    </dgm:pt>
    <dgm:pt modelId="{9C0320FE-83B4-48E9-AE16-DE6EFD1BDF96}" type="sibTrans" cxnId="{323CA2F1-BF57-4838-A9CE-D0364E94A562}">
      <dgm:prSet/>
      <dgm:spPr/>
      <dgm:t>
        <a:bodyPr/>
        <a:lstStyle/>
        <a:p>
          <a:endParaRPr lang="en-US"/>
        </a:p>
      </dgm:t>
    </dgm:pt>
    <dgm:pt modelId="{940C8511-A8D7-FD44-B57E-A2F38FAAD914}" type="pres">
      <dgm:prSet presAssocID="{3AD5709D-5320-4F4E-9C25-0B0A5E95346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CDB02BF-B5F0-B943-997B-FF64E6744635}" type="pres">
      <dgm:prSet presAssocID="{1ED9FF5C-FC75-4E76-AA29-CABB2CC53790}" presName="hierRoot1" presStyleCnt="0"/>
      <dgm:spPr/>
    </dgm:pt>
    <dgm:pt modelId="{01A9CFA9-CAE2-DF4B-9C75-F3B22DE24C01}" type="pres">
      <dgm:prSet presAssocID="{1ED9FF5C-FC75-4E76-AA29-CABB2CC53790}" presName="composite" presStyleCnt="0"/>
      <dgm:spPr/>
    </dgm:pt>
    <dgm:pt modelId="{AB7C156B-3621-3E46-8B7A-B212FD44EDB8}" type="pres">
      <dgm:prSet presAssocID="{1ED9FF5C-FC75-4E76-AA29-CABB2CC53790}" presName="background" presStyleLbl="node0" presStyleIdx="0" presStyleCnt="3"/>
      <dgm:spPr/>
    </dgm:pt>
    <dgm:pt modelId="{B4540A65-323C-874C-BD11-F82904884B93}" type="pres">
      <dgm:prSet presAssocID="{1ED9FF5C-FC75-4E76-AA29-CABB2CC53790}" presName="text" presStyleLbl="fgAcc0" presStyleIdx="0" presStyleCnt="3">
        <dgm:presLayoutVars>
          <dgm:chPref val="3"/>
        </dgm:presLayoutVars>
      </dgm:prSet>
      <dgm:spPr/>
    </dgm:pt>
    <dgm:pt modelId="{9ADAC1B5-A8ED-074D-9F26-DAC6101B401C}" type="pres">
      <dgm:prSet presAssocID="{1ED9FF5C-FC75-4E76-AA29-CABB2CC53790}" presName="hierChild2" presStyleCnt="0"/>
      <dgm:spPr/>
    </dgm:pt>
    <dgm:pt modelId="{268DBB65-CCDE-6440-B700-71C19224D6E5}" type="pres">
      <dgm:prSet presAssocID="{60C4D985-BE1F-4A55-B2C3-980C298F1A33}" presName="hierRoot1" presStyleCnt="0"/>
      <dgm:spPr/>
    </dgm:pt>
    <dgm:pt modelId="{E104C714-02D5-FE4D-9695-2DC4E3F665C2}" type="pres">
      <dgm:prSet presAssocID="{60C4D985-BE1F-4A55-B2C3-980C298F1A33}" presName="composite" presStyleCnt="0"/>
      <dgm:spPr/>
    </dgm:pt>
    <dgm:pt modelId="{96165EA8-6D8F-CF4D-8D4A-AA5D536B8F2D}" type="pres">
      <dgm:prSet presAssocID="{60C4D985-BE1F-4A55-B2C3-980C298F1A33}" presName="background" presStyleLbl="node0" presStyleIdx="1" presStyleCnt="3"/>
      <dgm:spPr/>
    </dgm:pt>
    <dgm:pt modelId="{C036D95B-DC55-4049-9D0E-453D6C632E2B}" type="pres">
      <dgm:prSet presAssocID="{60C4D985-BE1F-4A55-B2C3-980C298F1A33}" presName="text" presStyleLbl="fgAcc0" presStyleIdx="1" presStyleCnt="3">
        <dgm:presLayoutVars>
          <dgm:chPref val="3"/>
        </dgm:presLayoutVars>
      </dgm:prSet>
      <dgm:spPr/>
    </dgm:pt>
    <dgm:pt modelId="{CA68F25A-1A58-1D49-8820-03B250D2DFAE}" type="pres">
      <dgm:prSet presAssocID="{60C4D985-BE1F-4A55-B2C3-980C298F1A33}" presName="hierChild2" presStyleCnt="0"/>
      <dgm:spPr/>
    </dgm:pt>
    <dgm:pt modelId="{EE2E589A-120C-4540-BE93-BE68D0D481FE}" type="pres">
      <dgm:prSet presAssocID="{98D1381C-792B-41B7-80B9-5E4AC23A31DE}" presName="hierRoot1" presStyleCnt="0"/>
      <dgm:spPr/>
    </dgm:pt>
    <dgm:pt modelId="{AA3D71E6-50DA-C748-A9EF-B409EE99AA0A}" type="pres">
      <dgm:prSet presAssocID="{98D1381C-792B-41B7-80B9-5E4AC23A31DE}" presName="composite" presStyleCnt="0"/>
      <dgm:spPr/>
    </dgm:pt>
    <dgm:pt modelId="{A3364BA4-4400-864E-AEE7-23E268ED4282}" type="pres">
      <dgm:prSet presAssocID="{98D1381C-792B-41B7-80B9-5E4AC23A31DE}" presName="background" presStyleLbl="node0" presStyleIdx="2" presStyleCnt="3"/>
      <dgm:spPr/>
    </dgm:pt>
    <dgm:pt modelId="{28EFD1B7-4CE2-9345-A0FB-F67FD662D8F5}" type="pres">
      <dgm:prSet presAssocID="{98D1381C-792B-41B7-80B9-5E4AC23A31DE}" presName="text" presStyleLbl="fgAcc0" presStyleIdx="2" presStyleCnt="3">
        <dgm:presLayoutVars>
          <dgm:chPref val="3"/>
        </dgm:presLayoutVars>
      </dgm:prSet>
      <dgm:spPr/>
    </dgm:pt>
    <dgm:pt modelId="{4FB06845-B0E5-9C48-8D55-4AD323E7681D}" type="pres">
      <dgm:prSet presAssocID="{98D1381C-792B-41B7-80B9-5E4AC23A31DE}" presName="hierChild2" presStyleCnt="0"/>
      <dgm:spPr/>
    </dgm:pt>
  </dgm:ptLst>
  <dgm:cxnLst>
    <dgm:cxn modelId="{814BAD16-2331-6F4E-A88C-1682B069FCFF}" type="presOf" srcId="{98D1381C-792B-41B7-80B9-5E4AC23A31DE}" destId="{28EFD1B7-4CE2-9345-A0FB-F67FD662D8F5}" srcOrd="0" destOrd="0" presId="urn:microsoft.com/office/officeart/2005/8/layout/hierarchy1"/>
    <dgm:cxn modelId="{F4AC8C41-BAB4-8E45-A9E1-657F21C94BBF}" type="presOf" srcId="{3AD5709D-5320-4F4E-9C25-0B0A5E953460}" destId="{940C8511-A8D7-FD44-B57E-A2F38FAAD914}" srcOrd="0" destOrd="0" presId="urn:microsoft.com/office/officeart/2005/8/layout/hierarchy1"/>
    <dgm:cxn modelId="{B7911D4B-7027-004D-B190-2E144CC2F458}" type="presOf" srcId="{1ED9FF5C-FC75-4E76-AA29-CABB2CC53790}" destId="{B4540A65-323C-874C-BD11-F82904884B93}" srcOrd="0" destOrd="0" presId="urn:microsoft.com/office/officeart/2005/8/layout/hierarchy1"/>
    <dgm:cxn modelId="{E7358E61-BB38-4929-BA7B-F776EA1F4BFD}" srcId="{3AD5709D-5320-4F4E-9C25-0B0A5E953460}" destId="{60C4D985-BE1F-4A55-B2C3-980C298F1A33}" srcOrd="1" destOrd="0" parTransId="{8AEA7004-F397-4E1A-ABD3-2EBFE317DB53}" sibTransId="{07FD40C2-0CC8-4647-AF06-318705F44B1A}"/>
    <dgm:cxn modelId="{2151A4E6-C48D-5E4D-896A-292904AD80EB}" type="presOf" srcId="{60C4D985-BE1F-4A55-B2C3-980C298F1A33}" destId="{C036D95B-DC55-4049-9D0E-453D6C632E2B}" srcOrd="0" destOrd="0" presId="urn:microsoft.com/office/officeart/2005/8/layout/hierarchy1"/>
    <dgm:cxn modelId="{E1FC75EA-550F-4A77-80B1-CCAF91D87BEB}" srcId="{3AD5709D-5320-4F4E-9C25-0B0A5E953460}" destId="{1ED9FF5C-FC75-4E76-AA29-CABB2CC53790}" srcOrd="0" destOrd="0" parTransId="{143207A7-240C-4348-860F-D2E2D808B5C0}" sibTransId="{7C85CCF2-5F25-49E5-8E4A-4208DB3EBBBB}"/>
    <dgm:cxn modelId="{323CA2F1-BF57-4838-A9CE-D0364E94A562}" srcId="{3AD5709D-5320-4F4E-9C25-0B0A5E953460}" destId="{98D1381C-792B-41B7-80B9-5E4AC23A31DE}" srcOrd="2" destOrd="0" parTransId="{D1A9E8C2-FF26-4922-81A5-B118CE63AC00}" sibTransId="{9C0320FE-83B4-48E9-AE16-DE6EFD1BDF96}"/>
    <dgm:cxn modelId="{07AFA788-1C76-DC44-83EF-E7806F151C0F}" type="presParOf" srcId="{940C8511-A8D7-FD44-B57E-A2F38FAAD914}" destId="{CCDB02BF-B5F0-B943-997B-FF64E6744635}" srcOrd="0" destOrd="0" presId="urn:microsoft.com/office/officeart/2005/8/layout/hierarchy1"/>
    <dgm:cxn modelId="{F3EA2670-757E-774E-8CB7-D866109DB30C}" type="presParOf" srcId="{CCDB02BF-B5F0-B943-997B-FF64E6744635}" destId="{01A9CFA9-CAE2-DF4B-9C75-F3B22DE24C01}" srcOrd="0" destOrd="0" presId="urn:microsoft.com/office/officeart/2005/8/layout/hierarchy1"/>
    <dgm:cxn modelId="{FA5DC5A6-9A82-C649-81F2-AEF33026D40B}" type="presParOf" srcId="{01A9CFA9-CAE2-DF4B-9C75-F3B22DE24C01}" destId="{AB7C156B-3621-3E46-8B7A-B212FD44EDB8}" srcOrd="0" destOrd="0" presId="urn:microsoft.com/office/officeart/2005/8/layout/hierarchy1"/>
    <dgm:cxn modelId="{7F156DF8-4C2D-E048-B3C4-FD94C19E2250}" type="presParOf" srcId="{01A9CFA9-CAE2-DF4B-9C75-F3B22DE24C01}" destId="{B4540A65-323C-874C-BD11-F82904884B93}" srcOrd="1" destOrd="0" presId="urn:microsoft.com/office/officeart/2005/8/layout/hierarchy1"/>
    <dgm:cxn modelId="{FBD60A36-1CB3-8F41-A551-4A5900D28E10}" type="presParOf" srcId="{CCDB02BF-B5F0-B943-997B-FF64E6744635}" destId="{9ADAC1B5-A8ED-074D-9F26-DAC6101B401C}" srcOrd="1" destOrd="0" presId="urn:microsoft.com/office/officeart/2005/8/layout/hierarchy1"/>
    <dgm:cxn modelId="{93704D11-989D-A642-AE5C-35DEE2A51C9E}" type="presParOf" srcId="{940C8511-A8D7-FD44-B57E-A2F38FAAD914}" destId="{268DBB65-CCDE-6440-B700-71C19224D6E5}" srcOrd="1" destOrd="0" presId="urn:microsoft.com/office/officeart/2005/8/layout/hierarchy1"/>
    <dgm:cxn modelId="{89930914-E610-AD46-9B82-BD45AD0471EE}" type="presParOf" srcId="{268DBB65-CCDE-6440-B700-71C19224D6E5}" destId="{E104C714-02D5-FE4D-9695-2DC4E3F665C2}" srcOrd="0" destOrd="0" presId="urn:microsoft.com/office/officeart/2005/8/layout/hierarchy1"/>
    <dgm:cxn modelId="{A6382FFE-3D41-6F49-9218-3B4484C212FE}" type="presParOf" srcId="{E104C714-02D5-FE4D-9695-2DC4E3F665C2}" destId="{96165EA8-6D8F-CF4D-8D4A-AA5D536B8F2D}" srcOrd="0" destOrd="0" presId="urn:microsoft.com/office/officeart/2005/8/layout/hierarchy1"/>
    <dgm:cxn modelId="{2BCC4DE9-5A14-3C41-98D5-74F33F7B6009}" type="presParOf" srcId="{E104C714-02D5-FE4D-9695-2DC4E3F665C2}" destId="{C036D95B-DC55-4049-9D0E-453D6C632E2B}" srcOrd="1" destOrd="0" presId="urn:microsoft.com/office/officeart/2005/8/layout/hierarchy1"/>
    <dgm:cxn modelId="{D9013D15-9BF4-A84C-8C09-8CA4B40361EE}" type="presParOf" srcId="{268DBB65-CCDE-6440-B700-71C19224D6E5}" destId="{CA68F25A-1A58-1D49-8820-03B250D2DFAE}" srcOrd="1" destOrd="0" presId="urn:microsoft.com/office/officeart/2005/8/layout/hierarchy1"/>
    <dgm:cxn modelId="{A85B2D34-731B-8E40-A857-2E47EAFE3A02}" type="presParOf" srcId="{940C8511-A8D7-FD44-B57E-A2F38FAAD914}" destId="{EE2E589A-120C-4540-BE93-BE68D0D481FE}" srcOrd="2" destOrd="0" presId="urn:microsoft.com/office/officeart/2005/8/layout/hierarchy1"/>
    <dgm:cxn modelId="{66DD5137-612C-3140-A12E-E48A65DC8E90}" type="presParOf" srcId="{EE2E589A-120C-4540-BE93-BE68D0D481FE}" destId="{AA3D71E6-50DA-C748-A9EF-B409EE99AA0A}" srcOrd="0" destOrd="0" presId="urn:microsoft.com/office/officeart/2005/8/layout/hierarchy1"/>
    <dgm:cxn modelId="{EC1CB6C9-D3D9-474F-A249-23B3CDC9AA2B}" type="presParOf" srcId="{AA3D71E6-50DA-C748-A9EF-B409EE99AA0A}" destId="{A3364BA4-4400-864E-AEE7-23E268ED4282}" srcOrd="0" destOrd="0" presId="urn:microsoft.com/office/officeart/2005/8/layout/hierarchy1"/>
    <dgm:cxn modelId="{CC15E8DE-8783-924B-A582-AEDC9B10567C}" type="presParOf" srcId="{AA3D71E6-50DA-C748-A9EF-B409EE99AA0A}" destId="{28EFD1B7-4CE2-9345-A0FB-F67FD662D8F5}" srcOrd="1" destOrd="0" presId="urn:microsoft.com/office/officeart/2005/8/layout/hierarchy1"/>
    <dgm:cxn modelId="{5B8A923B-AB99-8B46-9B52-14BCE6437298}" type="presParOf" srcId="{EE2E589A-120C-4540-BE93-BE68D0D481FE}" destId="{4FB06845-B0E5-9C48-8D55-4AD323E7681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2048CBE-8122-4F46-A892-DE384534BEF4}" type="doc">
      <dgm:prSet loTypeId="urn:microsoft.com/office/officeart/2016/7/layout/LinearBlockProcessNumbered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B769829-0F79-44C1-BBF9-0D1E7BF50A3A}">
      <dgm:prSet/>
      <dgm:spPr/>
      <dgm:t>
        <a:bodyPr/>
        <a:lstStyle/>
        <a:p>
          <a:r>
            <a:rPr lang="en-US" b="0" i="0"/>
            <a:t>Implement </a:t>
          </a:r>
          <a:r>
            <a:rPr lang="en-US" b="1" i="0"/>
            <a:t>strong authentication &amp; access controls</a:t>
          </a:r>
          <a:r>
            <a:rPr lang="en-US" b="0" i="0"/>
            <a:t>.</a:t>
          </a:r>
          <a:endParaRPr lang="en-US"/>
        </a:p>
      </dgm:t>
    </dgm:pt>
    <dgm:pt modelId="{8158B01C-A58E-4AFD-ADEB-E34228419C3A}" type="parTrans" cxnId="{AB0BEC0C-CEA3-4606-8E5B-3148503A30F4}">
      <dgm:prSet/>
      <dgm:spPr/>
      <dgm:t>
        <a:bodyPr/>
        <a:lstStyle/>
        <a:p>
          <a:endParaRPr lang="en-US"/>
        </a:p>
      </dgm:t>
    </dgm:pt>
    <dgm:pt modelId="{F5E97172-6C03-44EB-ADEF-62662362AADA}" type="sibTrans" cxnId="{AB0BEC0C-CEA3-4606-8E5B-3148503A30F4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A9ADE7AD-6C69-4823-B94C-DC2CED80DB89}">
      <dgm:prSet/>
      <dgm:spPr/>
      <dgm:t>
        <a:bodyPr/>
        <a:lstStyle/>
        <a:p>
          <a:r>
            <a:rPr lang="en-US" b="0" i="0"/>
            <a:t>Secure </a:t>
          </a:r>
          <a:r>
            <a:rPr lang="en-US" b="1" i="0"/>
            <a:t>code contributions and reviews</a:t>
          </a:r>
          <a:r>
            <a:rPr lang="en-US" b="0" i="0"/>
            <a:t>.</a:t>
          </a:r>
          <a:endParaRPr lang="en-US"/>
        </a:p>
      </dgm:t>
    </dgm:pt>
    <dgm:pt modelId="{9405F3D9-E300-41D3-A9B0-4FBC43BBF79A}" type="parTrans" cxnId="{6C40B96C-4C3F-4166-9CD3-6049698C7D1C}">
      <dgm:prSet/>
      <dgm:spPr/>
      <dgm:t>
        <a:bodyPr/>
        <a:lstStyle/>
        <a:p>
          <a:endParaRPr lang="en-US"/>
        </a:p>
      </dgm:t>
    </dgm:pt>
    <dgm:pt modelId="{68AF95D8-F97D-498D-9865-DA43A5811DFC}" type="sibTrans" cxnId="{6C40B96C-4C3F-4166-9CD3-6049698C7D1C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E53304B4-9B63-4F8D-AC04-7CB9896426C1}">
      <dgm:prSet/>
      <dgm:spPr/>
      <dgm:t>
        <a:bodyPr/>
        <a:lstStyle/>
        <a:p>
          <a:r>
            <a:rPr lang="en-US" b="0" i="0"/>
            <a:t>Prevent </a:t>
          </a:r>
          <a:r>
            <a:rPr lang="en-US" b="1" i="0"/>
            <a:t>secrets exposure &amp; manage dependencies wisely</a:t>
          </a:r>
          <a:r>
            <a:rPr lang="en-US" b="0" i="0"/>
            <a:t>.</a:t>
          </a:r>
          <a:endParaRPr lang="en-US"/>
        </a:p>
      </dgm:t>
    </dgm:pt>
    <dgm:pt modelId="{0889216A-419E-456D-8FCE-BD948893A5C0}" type="parTrans" cxnId="{E5F10824-1454-42B6-A339-16EAFDA5395D}">
      <dgm:prSet/>
      <dgm:spPr/>
      <dgm:t>
        <a:bodyPr/>
        <a:lstStyle/>
        <a:p>
          <a:endParaRPr lang="en-US"/>
        </a:p>
      </dgm:t>
    </dgm:pt>
    <dgm:pt modelId="{02238DF4-0501-4DD0-B17E-24E70526CB3F}" type="sibTrans" cxnId="{E5F10824-1454-42B6-A339-16EAFDA5395D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CDCBD38F-84FB-47CD-8536-27450A026821}">
      <dgm:prSet/>
      <dgm:spPr/>
      <dgm:t>
        <a:bodyPr/>
        <a:lstStyle/>
        <a:p>
          <a:r>
            <a:rPr lang="en-US" b="1" i="0"/>
            <a:t>Monitor activity and prepare for incidents</a:t>
          </a:r>
          <a:r>
            <a:rPr lang="en-US" b="0" i="0"/>
            <a:t> proactively.</a:t>
          </a:r>
          <a:endParaRPr lang="en-US"/>
        </a:p>
      </dgm:t>
    </dgm:pt>
    <dgm:pt modelId="{46AA0F0A-7555-42E5-A8BB-7D39B37B3C3F}" type="parTrans" cxnId="{D916E586-5157-4411-92F5-520F4E4319E1}">
      <dgm:prSet/>
      <dgm:spPr/>
      <dgm:t>
        <a:bodyPr/>
        <a:lstStyle/>
        <a:p>
          <a:endParaRPr lang="en-US"/>
        </a:p>
      </dgm:t>
    </dgm:pt>
    <dgm:pt modelId="{E0BDFACD-1F4C-41F0-BB41-9536E3BF1A2D}" type="sibTrans" cxnId="{D916E586-5157-4411-92F5-520F4E4319E1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DD89D16E-1906-4F69-B96F-33A13E7C8010}">
      <dgm:prSet/>
      <dgm:spPr/>
      <dgm:t>
        <a:bodyPr/>
        <a:lstStyle/>
        <a:p>
          <a:r>
            <a:rPr lang="en-US" b="1" i="0"/>
            <a:t>Follow compliance standards</a:t>
          </a:r>
          <a:r>
            <a:rPr lang="en-US" b="0" i="0"/>
            <a:t> to avoid legal risks.</a:t>
          </a:r>
          <a:endParaRPr lang="en-US"/>
        </a:p>
      </dgm:t>
    </dgm:pt>
    <dgm:pt modelId="{8765FDFE-2784-497E-8FA0-0A15D398B1AA}" type="parTrans" cxnId="{9CC84C81-B40A-48DA-9C5E-1AFCBAB4E5F1}">
      <dgm:prSet/>
      <dgm:spPr/>
      <dgm:t>
        <a:bodyPr/>
        <a:lstStyle/>
        <a:p>
          <a:endParaRPr lang="en-US"/>
        </a:p>
      </dgm:t>
    </dgm:pt>
    <dgm:pt modelId="{2E45DF45-7447-4159-9B33-10B1929614E1}" type="sibTrans" cxnId="{9CC84C81-B40A-48DA-9C5E-1AFCBAB4E5F1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C26FC232-D9B4-374E-8CFE-8509EC6B4282}" type="pres">
      <dgm:prSet presAssocID="{F2048CBE-8122-4F46-A892-DE384534BEF4}" presName="Name0" presStyleCnt="0">
        <dgm:presLayoutVars>
          <dgm:animLvl val="lvl"/>
          <dgm:resizeHandles val="exact"/>
        </dgm:presLayoutVars>
      </dgm:prSet>
      <dgm:spPr/>
    </dgm:pt>
    <dgm:pt modelId="{4DBF30A1-DB8A-0C45-A9B1-971282AD634F}" type="pres">
      <dgm:prSet presAssocID="{7B769829-0F79-44C1-BBF9-0D1E7BF50A3A}" presName="compositeNode" presStyleCnt="0">
        <dgm:presLayoutVars>
          <dgm:bulletEnabled val="1"/>
        </dgm:presLayoutVars>
      </dgm:prSet>
      <dgm:spPr/>
    </dgm:pt>
    <dgm:pt modelId="{9D317C73-DE82-6642-8843-7FD044E3CD71}" type="pres">
      <dgm:prSet presAssocID="{7B769829-0F79-44C1-BBF9-0D1E7BF50A3A}" presName="bgRect" presStyleLbl="alignNode1" presStyleIdx="0" presStyleCnt="5"/>
      <dgm:spPr/>
    </dgm:pt>
    <dgm:pt modelId="{09770D86-25A6-7C43-AF98-6AF751ACB6F5}" type="pres">
      <dgm:prSet presAssocID="{F5E97172-6C03-44EB-ADEF-62662362AADA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A2B2027B-6D41-1F4D-9E66-732C26563F77}" type="pres">
      <dgm:prSet presAssocID="{7B769829-0F79-44C1-BBF9-0D1E7BF50A3A}" presName="nodeRect" presStyleLbl="alignNode1" presStyleIdx="0" presStyleCnt="5">
        <dgm:presLayoutVars>
          <dgm:bulletEnabled val="1"/>
        </dgm:presLayoutVars>
      </dgm:prSet>
      <dgm:spPr/>
    </dgm:pt>
    <dgm:pt modelId="{A74F4A13-C26F-4B4C-A004-F9D8AD56D7B7}" type="pres">
      <dgm:prSet presAssocID="{F5E97172-6C03-44EB-ADEF-62662362AADA}" presName="sibTrans" presStyleCnt="0"/>
      <dgm:spPr/>
    </dgm:pt>
    <dgm:pt modelId="{7F279AB6-3A3A-E24C-8D49-1CBC93038096}" type="pres">
      <dgm:prSet presAssocID="{A9ADE7AD-6C69-4823-B94C-DC2CED80DB89}" presName="compositeNode" presStyleCnt="0">
        <dgm:presLayoutVars>
          <dgm:bulletEnabled val="1"/>
        </dgm:presLayoutVars>
      </dgm:prSet>
      <dgm:spPr/>
    </dgm:pt>
    <dgm:pt modelId="{02E748BD-3C8C-F94A-8DBD-A29AE49641DD}" type="pres">
      <dgm:prSet presAssocID="{A9ADE7AD-6C69-4823-B94C-DC2CED80DB89}" presName="bgRect" presStyleLbl="alignNode1" presStyleIdx="1" presStyleCnt="5"/>
      <dgm:spPr/>
    </dgm:pt>
    <dgm:pt modelId="{352C7F6A-D701-3547-B8EE-91FAAB8D911A}" type="pres">
      <dgm:prSet presAssocID="{68AF95D8-F97D-498D-9865-DA43A5811DFC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4244F5FC-143B-824E-90C0-22BB3E46631E}" type="pres">
      <dgm:prSet presAssocID="{A9ADE7AD-6C69-4823-B94C-DC2CED80DB89}" presName="nodeRect" presStyleLbl="alignNode1" presStyleIdx="1" presStyleCnt="5">
        <dgm:presLayoutVars>
          <dgm:bulletEnabled val="1"/>
        </dgm:presLayoutVars>
      </dgm:prSet>
      <dgm:spPr/>
    </dgm:pt>
    <dgm:pt modelId="{2E793EE5-93B6-AB48-A54C-3E5568D13257}" type="pres">
      <dgm:prSet presAssocID="{68AF95D8-F97D-498D-9865-DA43A5811DFC}" presName="sibTrans" presStyleCnt="0"/>
      <dgm:spPr/>
    </dgm:pt>
    <dgm:pt modelId="{10B27B8F-E488-D041-AE81-05AFF654D4CE}" type="pres">
      <dgm:prSet presAssocID="{E53304B4-9B63-4F8D-AC04-7CB9896426C1}" presName="compositeNode" presStyleCnt="0">
        <dgm:presLayoutVars>
          <dgm:bulletEnabled val="1"/>
        </dgm:presLayoutVars>
      </dgm:prSet>
      <dgm:spPr/>
    </dgm:pt>
    <dgm:pt modelId="{612EAF87-A811-9945-8041-9DB685C7B795}" type="pres">
      <dgm:prSet presAssocID="{E53304B4-9B63-4F8D-AC04-7CB9896426C1}" presName="bgRect" presStyleLbl="alignNode1" presStyleIdx="2" presStyleCnt="5"/>
      <dgm:spPr/>
    </dgm:pt>
    <dgm:pt modelId="{64C67C0C-83EB-0240-915C-624EDABEDAA1}" type="pres">
      <dgm:prSet presAssocID="{02238DF4-0501-4DD0-B17E-24E70526CB3F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43E22522-B0C0-E947-B60F-170180EC9D2E}" type="pres">
      <dgm:prSet presAssocID="{E53304B4-9B63-4F8D-AC04-7CB9896426C1}" presName="nodeRect" presStyleLbl="alignNode1" presStyleIdx="2" presStyleCnt="5">
        <dgm:presLayoutVars>
          <dgm:bulletEnabled val="1"/>
        </dgm:presLayoutVars>
      </dgm:prSet>
      <dgm:spPr/>
    </dgm:pt>
    <dgm:pt modelId="{0CFCBACB-41FE-C047-88D0-B6A7EAF73C16}" type="pres">
      <dgm:prSet presAssocID="{02238DF4-0501-4DD0-B17E-24E70526CB3F}" presName="sibTrans" presStyleCnt="0"/>
      <dgm:spPr/>
    </dgm:pt>
    <dgm:pt modelId="{54DEFB9F-83CA-4849-BBBA-A70746B8D3DC}" type="pres">
      <dgm:prSet presAssocID="{CDCBD38F-84FB-47CD-8536-27450A026821}" presName="compositeNode" presStyleCnt="0">
        <dgm:presLayoutVars>
          <dgm:bulletEnabled val="1"/>
        </dgm:presLayoutVars>
      </dgm:prSet>
      <dgm:spPr/>
    </dgm:pt>
    <dgm:pt modelId="{E479EB7B-136B-F547-A0F4-BEF27C30F6E1}" type="pres">
      <dgm:prSet presAssocID="{CDCBD38F-84FB-47CD-8536-27450A026821}" presName="bgRect" presStyleLbl="alignNode1" presStyleIdx="3" presStyleCnt="5"/>
      <dgm:spPr/>
    </dgm:pt>
    <dgm:pt modelId="{7DF81376-C8EA-9344-AD7D-EBE8EBBC435F}" type="pres">
      <dgm:prSet presAssocID="{E0BDFACD-1F4C-41F0-BB41-9536E3BF1A2D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FA76BD48-A03A-E346-9674-C9D33E17FA9A}" type="pres">
      <dgm:prSet presAssocID="{CDCBD38F-84FB-47CD-8536-27450A026821}" presName="nodeRect" presStyleLbl="alignNode1" presStyleIdx="3" presStyleCnt="5">
        <dgm:presLayoutVars>
          <dgm:bulletEnabled val="1"/>
        </dgm:presLayoutVars>
      </dgm:prSet>
      <dgm:spPr/>
    </dgm:pt>
    <dgm:pt modelId="{25C0A397-A41A-C044-B46C-71018D86D949}" type="pres">
      <dgm:prSet presAssocID="{E0BDFACD-1F4C-41F0-BB41-9536E3BF1A2D}" presName="sibTrans" presStyleCnt="0"/>
      <dgm:spPr/>
    </dgm:pt>
    <dgm:pt modelId="{0046BBC1-9EF7-5F45-B75A-90AF407058D0}" type="pres">
      <dgm:prSet presAssocID="{DD89D16E-1906-4F69-B96F-33A13E7C8010}" presName="compositeNode" presStyleCnt="0">
        <dgm:presLayoutVars>
          <dgm:bulletEnabled val="1"/>
        </dgm:presLayoutVars>
      </dgm:prSet>
      <dgm:spPr/>
    </dgm:pt>
    <dgm:pt modelId="{69688F11-D2A7-F14B-995A-9CAD6613BEAD}" type="pres">
      <dgm:prSet presAssocID="{DD89D16E-1906-4F69-B96F-33A13E7C8010}" presName="bgRect" presStyleLbl="alignNode1" presStyleIdx="4" presStyleCnt="5"/>
      <dgm:spPr/>
    </dgm:pt>
    <dgm:pt modelId="{68B43ECA-4CC4-0245-BC0B-0F7B02F28296}" type="pres">
      <dgm:prSet presAssocID="{2E45DF45-7447-4159-9B33-10B1929614E1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4EDA3A8D-4B33-C642-BA84-89CC1A9E02CD}" type="pres">
      <dgm:prSet presAssocID="{DD89D16E-1906-4F69-B96F-33A13E7C8010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FEBB9C09-DEA4-C04D-A865-ED7CC0E1A7E9}" type="presOf" srcId="{A9ADE7AD-6C69-4823-B94C-DC2CED80DB89}" destId="{02E748BD-3C8C-F94A-8DBD-A29AE49641DD}" srcOrd="0" destOrd="0" presId="urn:microsoft.com/office/officeart/2016/7/layout/LinearBlockProcessNumbered"/>
    <dgm:cxn modelId="{AB0BEC0C-CEA3-4606-8E5B-3148503A30F4}" srcId="{F2048CBE-8122-4F46-A892-DE384534BEF4}" destId="{7B769829-0F79-44C1-BBF9-0D1E7BF50A3A}" srcOrd="0" destOrd="0" parTransId="{8158B01C-A58E-4AFD-ADEB-E34228419C3A}" sibTransId="{F5E97172-6C03-44EB-ADEF-62662362AADA}"/>
    <dgm:cxn modelId="{285EA511-64FD-D14A-B6CD-790E83302138}" type="presOf" srcId="{E53304B4-9B63-4F8D-AC04-7CB9896426C1}" destId="{612EAF87-A811-9945-8041-9DB685C7B795}" srcOrd="0" destOrd="0" presId="urn:microsoft.com/office/officeart/2016/7/layout/LinearBlockProcessNumbered"/>
    <dgm:cxn modelId="{BB3ED21D-BBDF-2D48-B763-40778049EF64}" type="presOf" srcId="{DD89D16E-1906-4F69-B96F-33A13E7C8010}" destId="{69688F11-D2A7-F14B-995A-9CAD6613BEAD}" srcOrd="0" destOrd="0" presId="urn:microsoft.com/office/officeart/2016/7/layout/LinearBlockProcessNumbered"/>
    <dgm:cxn modelId="{E5F10824-1454-42B6-A339-16EAFDA5395D}" srcId="{F2048CBE-8122-4F46-A892-DE384534BEF4}" destId="{E53304B4-9B63-4F8D-AC04-7CB9896426C1}" srcOrd="2" destOrd="0" parTransId="{0889216A-419E-456D-8FCE-BD948893A5C0}" sibTransId="{02238DF4-0501-4DD0-B17E-24E70526CB3F}"/>
    <dgm:cxn modelId="{A930912E-4885-B14E-9545-11DCA0991F87}" type="presOf" srcId="{7B769829-0F79-44C1-BBF9-0D1E7BF50A3A}" destId="{A2B2027B-6D41-1F4D-9E66-732C26563F77}" srcOrd="1" destOrd="0" presId="urn:microsoft.com/office/officeart/2016/7/layout/LinearBlockProcessNumbered"/>
    <dgm:cxn modelId="{37E24343-2334-BF48-A3B4-CC2DDFE59C00}" type="presOf" srcId="{7B769829-0F79-44C1-BBF9-0D1E7BF50A3A}" destId="{9D317C73-DE82-6642-8843-7FD044E3CD71}" srcOrd="0" destOrd="0" presId="urn:microsoft.com/office/officeart/2016/7/layout/LinearBlockProcessNumbered"/>
    <dgm:cxn modelId="{6C40B96C-4C3F-4166-9CD3-6049698C7D1C}" srcId="{F2048CBE-8122-4F46-A892-DE384534BEF4}" destId="{A9ADE7AD-6C69-4823-B94C-DC2CED80DB89}" srcOrd="1" destOrd="0" parTransId="{9405F3D9-E300-41D3-A9B0-4FBC43BBF79A}" sibTransId="{68AF95D8-F97D-498D-9865-DA43A5811DFC}"/>
    <dgm:cxn modelId="{4C5F9B73-464B-BD47-8D22-8533A0DA9B29}" type="presOf" srcId="{DD89D16E-1906-4F69-B96F-33A13E7C8010}" destId="{4EDA3A8D-4B33-C642-BA84-89CC1A9E02CD}" srcOrd="1" destOrd="0" presId="urn:microsoft.com/office/officeart/2016/7/layout/LinearBlockProcessNumbered"/>
    <dgm:cxn modelId="{E57A4B7B-32DE-E145-BDD6-1590E029B912}" type="presOf" srcId="{CDCBD38F-84FB-47CD-8536-27450A026821}" destId="{FA76BD48-A03A-E346-9674-C9D33E17FA9A}" srcOrd="1" destOrd="0" presId="urn:microsoft.com/office/officeart/2016/7/layout/LinearBlockProcessNumbered"/>
    <dgm:cxn modelId="{9CC84C81-B40A-48DA-9C5E-1AFCBAB4E5F1}" srcId="{F2048CBE-8122-4F46-A892-DE384534BEF4}" destId="{DD89D16E-1906-4F69-B96F-33A13E7C8010}" srcOrd="4" destOrd="0" parTransId="{8765FDFE-2784-497E-8FA0-0A15D398B1AA}" sibTransId="{2E45DF45-7447-4159-9B33-10B1929614E1}"/>
    <dgm:cxn modelId="{D916E586-5157-4411-92F5-520F4E4319E1}" srcId="{F2048CBE-8122-4F46-A892-DE384534BEF4}" destId="{CDCBD38F-84FB-47CD-8536-27450A026821}" srcOrd="3" destOrd="0" parTransId="{46AA0F0A-7555-42E5-A8BB-7D39B37B3C3F}" sibTransId="{E0BDFACD-1F4C-41F0-BB41-9536E3BF1A2D}"/>
    <dgm:cxn modelId="{96495887-A435-0F48-8D91-6040F6D7C77E}" type="presOf" srcId="{E53304B4-9B63-4F8D-AC04-7CB9896426C1}" destId="{43E22522-B0C0-E947-B60F-170180EC9D2E}" srcOrd="1" destOrd="0" presId="urn:microsoft.com/office/officeart/2016/7/layout/LinearBlockProcessNumbered"/>
    <dgm:cxn modelId="{E9E30EA5-724A-844D-8098-DD2CD82B3A67}" type="presOf" srcId="{CDCBD38F-84FB-47CD-8536-27450A026821}" destId="{E479EB7B-136B-F547-A0F4-BEF27C30F6E1}" srcOrd="0" destOrd="0" presId="urn:microsoft.com/office/officeart/2016/7/layout/LinearBlockProcessNumbered"/>
    <dgm:cxn modelId="{E80626B5-91C3-A54A-9C2B-ADB2E48690B8}" type="presOf" srcId="{F2048CBE-8122-4F46-A892-DE384534BEF4}" destId="{C26FC232-D9B4-374E-8CFE-8509EC6B4282}" srcOrd="0" destOrd="0" presId="urn:microsoft.com/office/officeart/2016/7/layout/LinearBlockProcessNumbered"/>
    <dgm:cxn modelId="{B008EEC7-2FA1-7241-A989-5536F49D9E52}" type="presOf" srcId="{A9ADE7AD-6C69-4823-B94C-DC2CED80DB89}" destId="{4244F5FC-143B-824E-90C0-22BB3E46631E}" srcOrd="1" destOrd="0" presId="urn:microsoft.com/office/officeart/2016/7/layout/LinearBlockProcessNumbered"/>
    <dgm:cxn modelId="{BBD490D6-BC68-A34F-BAD3-4EA2DCD8D930}" type="presOf" srcId="{E0BDFACD-1F4C-41F0-BB41-9536E3BF1A2D}" destId="{7DF81376-C8EA-9344-AD7D-EBE8EBBC435F}" srcOrd="0" destOrd="0" presId="urn:microsoft.com/office/officeart/2016/7/layout/LinearBlockProcessNumbered"/>
    <dgm:cxn modelId="{2F707BE0-79A5-A54C-8576-AE9E09A4F700}" type="presOf" srcId="{02238DF4-0501-4DD0-B17E-24E70526CB3F}" destId="{64C67C0C-83EB-0240-915C-624EDABEDAA1}" srcOrd="0" destOrd="0" presId="urn:microsoft.com/office/officeart/2016/7/layout/LinearBlockProcessNumbered"/>
    <dgm:cxn modelId="{2D476DEC-3AAB-6341-82D7-9CD4842CD04E}" type="presOf" srcId="{2E45DF45-7447-4159-9B33-10B1929614E1}" destId="{68B43ECA-4CC4-0245-BC0B-0F7B02F28296}" srcOrd="0" destOrd="0" presId="urn:microsoft.com/office/officeart/2016/7/layout/LinearBlockProcessNumbered"/>
    <dgm:cxn modelId="{1EF96FEC-FCD3-814E-83EF-697CD9EBFA44}" type="presOf" srcId="{F5E97172-6C03-44EB-ADEF-62662362AADA}" destId="{09770D86-25A6-7C43-AF98-6AF751ACB6F5}" srcOrd="0" destOrd="0" presId="urn:microsoft.com/office/officeart/2016/7/layout/LinearBlockProcessNumbered"/>
    <dgm:cxn modelId="{7BC48DF6-AED4-854D-BF64-6D3F6909394D}" type="presOf" srcId="{68AF95D8-F97D-498D-9865-DA43A5811DFC}" destId="{352C7F6A-D701-3547-B8EE-91FAAB8D911A}" srcOrd="0" destOrd="0" presId="urn:microsoft.com/office/officeart/2016/7/layout/LinearBlockProcessNumbered"/>
    <dgm:cxn modelId="{E805031A-CFE0-3949-8ACA-A0E16D9C5E67}" type="presParOf" srcId="{C26FC232-D9B4-374E-8CFE-8509EC6B4282}" destId="{4DBF30A1-DB8A-0C45-A9B1-971282AD634F}" srcOrd="0" destOrd="0" presId="urn:microsoft.com/office/officeart/2016/7/layout/LinearBlockProcessNumbered"/>
    <dgm:cxn modelId="{B443C56A-1377-5E4D-BF02-89162D040E93}" type="presParOf" srcId="{4DBF30A1-DB8A-0C45-A9B1-971282AD634F}" destId="{9D317C73-DE82-6642-8843-7FD044E3CD71}" srcOrd="0" destOrd="0" presId="urn:microsoft.com/office/officeart/2016/7/layout/LinearBlockProcessNumbered"/>
    <dgm:cxn modelId="{B4A7781C-C0EA-CC41-9520-78C1C58174DE}" type="presParOf" srcId="{4DBF30A1-DB8A-0C45-A9B1-971282AD634F}" destId="{09770D86-25A6-7C43-AF98-6AF751ACB6F5}" srcOrd="1" destOrd="0" presId="urn:microsoft.com/office/officeart/2016/7/layout/LinearBlockProcessNumbered"/>
    <dgm:cxn modelId="{77B79B05-607B-5F47-97DA-62494F656AF8}" type="presParOf" srcId="{4DBF30A1-DB8A-0C45-A9B1-971282AD634F}" destId="{A2B2027B-6D41-1F4D-9E66-732C26563F77}" srcOrd="2" destOrd="0" presId="urn:microsoft.com/office/officeart/2016/7/layout/LinearBlockProcessNumbered"/>
    <dgm:cxn modelId="{04FDF95E-2A9C-5549-B9EE-1A3347B41F1A}" type="presParOf" srcId="{C26FC232-D9B4-374E-8CFE-8509EC6B4282}" destId="{A74F4A13-C26F-4B4C-A004-F9D8AD56D7B7}" srcOrd="1" destOrd="0" presId="urn:microsoft.com/office/officeart/2016/7/layout/LinearBlockProcessNumbered"/>
    <dgm:cxn modelId="{A5D2850B-111E-374A-9FFD-61A8FF4DB940}" type="presParOf" srcId="{C26FC232-D9B4-374E-8CFE-8509EC6B4282}" destId="{7F279AB6-3A3A-E24C-8D49-1CBC93038096}" srcOrd="2" destOrd="0" presId="urn:microsoft.com/office/officeart/2016/7/layout/LinearBlockProcessNumbered"/>
    <dgm:cxn modelId="{859AACC4-A709-D946-A9CF-DFD66FB999E8}" type="presParOf" srcId="{7F279AB6-3A3A-E24C-8D49-1CBC93038096}" destId="{02E748BD-3C8C-F94A-8DBD-A29AE49641DD}" srcOrd="0" destOrd="0" presId="urn:microsoft.com/office/officeart/2016/7/layout/LinearBlockProcessNumbered"/>
    <dgm:cxn modelId="{C8722199-82BC-394C-8C79-5566579AF71B}" type="presParOf" srcId="{7F279AB6-3A3A-E24C-8D49-1CBC93038096}" destId="{352C7F6A-D701-3547-B8EE-91FAAB8D911A}" srcOrd="1" destOrd="0" presId="urn:microsoft.com/office/officeart/2016/7/layout/LinearBlockProcessNumbered"/>
    <dgm:cxn modelId="{06333986-88A1-4C46-80F4-2A78BB1BF34A}" type="presParOf" srcId="{7F279AB6-3A3A-E24C-8D49-1CBC93038096}" destId="{4244F5FC-143B-824E-90C0-22BB3E46631E}" srcOrd="2" destOrd="0" presId="urn:microsoft.com/office/officeart/2016/7/layout/LinearBlockProcessNumbered"/>
    <dgm:cxn modelId="{403EF9B0-DA1F-6E46-9A6E-C7B844BCB8B8}" type="presParOf" srcId="{C26FC232-D9B4-374E-8CFE-8509EC6B4282}" destId="{2E793EE5-93B6-AB48-A54C-3E5568D13257}" srcOrd="3" destOrd="0" presId="urn:microsoft.com/office/officeart/2016/7/layout/LinearBlockProcessNumbered"/>
    <dgm:cxn modelId="{BC4291C2-E56E-674A-86A1-8E4B273411A7}" type="presParOf" srcId="{C26FC232-D9B4-374E-8CFE-8509EC6B4282}" destId="{10B27B8F-E488-D041-AE81-05AFF654D4CE}" srcOrd="4" destOrd="0" presId="urn:microsoft.com/office/officeart/2016/7/layout/LinearBlockProcessNumbered"/>
    <dgm:cxn modelId="{E6C6C44E-FCFD-E74B-852D-F7CBA122DABF}" type="presParOf" srcId="{10B27B8F-E488-D041-AE81-05AFF654D4CE}" destId="{612EAF87-A811-9945-8041-9DB685C7B795}" srcOrd="0" destOrd="0" presId="urn:microsoft.com/office/officeart/2016/7/layout/LinearBlockProcessNumbered"/>
    <dgm:cxn modelId="{75E9E699-29C0-D040-AEED-559B4C9FBDE5}" type="presParOf" srcId="{10B27B8F-E488-D041-AE81-05AFF654D4CE}" destId="{64C67C0C-83EB-0240-915C-624EDABEDAA1}" srcOrd="1" destOrd="0" presId="urn:microsoft.com/office/officeart/2016/7/layout/LinearBlockProcessNumbered"/>
    <dgm:cxn modelId="{AEAF9D94-B032-664C-9FC2-C0616B0FF6DD}" type="presParOf" srcId="{10B27B8F-E488-D041-AE81-05AFF654D4CE}" destId="{43E22522-B0C0-E947-B60F-170180EC9D2E}" srcOrd="2" destOrd="0" presId="urn:microsoft.com/office/officeart/2016/7/layout/LinearBlockProcessNumbered"/>
    <dgm:cxn modelId="{761B791C-D71A-8C49-9E79-8948B147FBEC}" type="presParOf" srcId="{C26FC232-D9B4-374E-8CFE-8509EC6B4282}" destId="{0CFCBACB-41FE-C047-88D0-B6A7EAF73C16}" srcOrd="5" destOrd="0" presId="urn:microsoft.com/office/officeart/2016/7/layout/LinearBlockProcessNumbered"/>
    <dgm:cxn modelId="{62843A0B-B5BA-A64C-BFF9-2A880A2B0A31}" type="presParOf" srcId="{C26FC232-D9B4-374E-8CFE-8509EC6B4282}" destId="{54DEFB9F-83CA-4849-BBBA-A70746B8D3DC}" srcOrd="6" destOrd="0" presId="urn:microsoft.com/office/officeart/2016/7/layout/LinearBlockProcessNumbered"/>
    <dgm:cxn modelId="{DE57138C-5121-1F44-BFCF-110E5DA7BF91}" type="presParOf" srcId="{54DEFB9F-83CA-4849-BBBA-A70746B8D3DC}" destId="{E479EB7B-136B-F547-A0F4-BEF27C30F6E1}" srcOrd="0" destOrd="0" presId="urn:microsoft.com/office/officeart/2016/7/layout/LinearBlockProcessNumbered"/>
    <dgm:cxn modelId="{F48DAED3-332E-7B41-9B8E-5E332D2CE3DB}" type="presParOf" srcId="{54DEFB9F-83CA-4849-BBBA-A70746B8D3DC}" destId="{7DF81376-C8EA-9344-AD7D-EBE8EBBC435F}" srcOrd="1" destOrd="0" presId="urn:microsoft.com/office/officeart/2016/7/layout/LinearBlockProcessNumbered"/>
    <dgm:cxn modelId="{AD097937-39BE-4149-80A9-1A65F07C3CF2}" type="presParOf" srcId="{54DEFB9F-83CA-4849-BBBA-A70746B8D3DC}" destId="{FA76BD48-A03A-E346-9674-C9D33E17FA9A}" srcOrd="2" destOrd="0" presId="urn:microsoft.com/office/officeart/2016/7/layout/LinearBlockProcessNumbered"/>
    <dgm:cxn modelId="{E061D6D7-B86A-9646-B66E-9D32566DB332}" type="presParOf" srcId="{C26FC232-D9B4-374E-8CFE-8509EC6B4282}" destId="{25C0A397-A41A-C044-B46C-71018D86D949}" srcOrd="7" destOrd="0" presId="urn:microsoft.com/office/officeart/2016/7/layout/LinearBlockProcessNumbered"/>
    <dgm:cxn modelId="{E80B029C-E31B-E749-B9AA-3BE123FFC30B}" type="presParOf" srcId="{C26FC232-D9B4-374E-8CFE-8509EC6B4282}" destId="{0046BBC1-9EF7-5F45-B75A-90AF407058D0}" srcOrd="8" destOrd="0" presId="urn:microsoft.com/office/officeart/2016/7/layout/LinearBlockProcessNumbered"/>
    <dgm:cxn modelId="{AEF08C46-F187-F747-AB2E-B0984305961B}" type="presParOf" srcId="{0046BBC1-9EF7-5F45-B75A-90AF407058D0}" destId="{69688F11-D2A7-F14B-995A-9CAD6613BEAD}" srcOrd="0" destOrd="0" presId="urn:microsoft.com/office/officeart/2016/7/layout/LinearBlockProcessNumbered"/>
    <dgm:cxn modelId="{45F62B18-905E-9944-BAC7-C298878C62E1}" type="presParOf" srcId="{0046BBC1-9EF7-5F45-B75A-90AF407058D0}" destId="{68B43ECA-4CC4-0245-BC0B-0F7B02F28296}" srcOrd="1" destOrd="0" presId="urn:microsoft.com/office/officeart/2016/7/layout/LinearBlockProcessNumbered"/>
    <dgm:cxn modelId="{40F2D182-B1BA-BC42-8515-1339463EF42B}" type="presParOf" srcId="{0046BBC1-9EF7-5F45-B75A-90AF407058D0}" destId="{4EDA3A8D-4B33-C642-BA84-89CC1A9E02CD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CC5FDC-A96A-DC47-89DB-DB2092609D5C}">
      <dsp:nvSpPr>
        <dsp:cNvPr id="0" name=""/>
        <dsp:cNvSpPr/>
      </dsp:nvSpPr>
      <dsp:spPr>
        <a:xfrm>
          <a:off x="6833398" y="1435743"/>
          <a:ext cx="2762229" cy="6572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7920"/>
              </a:lnTo>
              <a:lnTo>
                <a:pt x="2762229" y="447920"/>
              </a:lnTo>
              <a:lnTo>
                <a:pt x="2762229" y="657284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9CF255-C638-AD4E-BE71-B4F60828A6AD}">
      <dsp:nvSpPr>
        <dsp:cNvPr id="0" name=""/>
        <dsp:cNvSpPr/>
      </dsp:nvSpPr>
      <dsp:spPr>
        <a:xfrm>
          <a:off x="6787678" y="1435743"/>
          <a:ext cx="91440" cy="65728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57284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CE30A8-5E5D-BC42-B309-25934A8C5C0B}">
      <dsp:nvSpPr>
        <dsp:cNvPr id="0" name=""/>
        <dsp:cNvSpPr/>
      </dsp:nvSpPr>
      <dsp:spPr>
        <a:xfrm>
          <a:off x="4071169" y="1435743"/>
          <a:ext cx="2762229" cy="657284"/>
        </a:xfrm>
        <a:custGeom>
          <a:avLst/>
          <a:gdLst/>
          <a:ahLst/>
          <a:cxnLst/>
          <a:rect l="0" t="0" r="0" b="0"/>
          <a:pathLst>
            <a:path>
              <a:moveTo>
                <a:pt x="2762229" y="0"/>
              </a:moveTo>
              <a:lnTo>
                <a:pt x="2762229" y="447920"/>
              </a:lnTo>
              <a:lnTo>
                <a:pt x="0" y="447920"/>
              </a:lnTo>
              <a:lnTo>
                <a:pt x="0" y="657284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95F6E8-1B86-2F43-823F-F4BDB9C767BC}">
      <dsp:nvSpPr>
        <dsp:cNvPr id="0" name=""/>
        <dsp:cNvSpPr/>
      </dsp:nvSpPr>
      <dsp:spPr>
        <a:xfrm>
          <a:off x="178937" y="639"/>
          <a:ext cx="2260005" cy="14351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9C201D-067C-7F4F-AD82-C713CD76F436}">
      <dsp:nvSpPr>
        <dsp:cNvPr id="0" name=""/>
        <dsp:cNvSpPr/>
      </dsp:nvSpPr>
      <dsp:spPr>
        <a:xfrm>
          <a:off x="430049" y="239195"/>
          <a:ext cx="2260005" cy="14351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Security in shared repositories matter since both open-source and private repositories are targets for malicious cyber attacks. </a:t>
          </a:r>
          <a:endParaRPr lang="en-US" sz="1300" b="1" kern="1200" dirty="0"/>
        </a:p>
      </dsp:txBody>
      <dsp:txXfrm>
        <a:off x="472082" y="281228"/>
        <a:ext cx="2175939" cy="1351037"/>
      </dsp:txXfrm>
    </dsp:sp>
    <dsp:sp modelId="{D15C0CA6-D5A2-404B-AF78-A08B65449728}">
      <dsp:nvSpPr>
        <dsp:cNvPr id="0" name=""/>
        <dsp:cNvSpPr/>
      </dsp:nvSpPr>
      <dsp:spPr>
        <a:xfrm>
          <a:off x="2941166" y="639"/>
          <a:ext cx="2260005" cy="14351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9261D1-33AF-6442-8F5E-D8C6AEC4295A}">
      <dsp:nvSpPr>
        <dsp:cNvPr id="0" name=""/>
        <dsp:cNvSpPr/>
      </dsp:nvSpPr>
      <dsp:spPr>
        <a:xfrm>
          <a:off x="3192278" y="239195"/>
          <a:ext cx="2260005" cy="14351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These cyber attacks can vary from data breaches and code tampering.</a:t>
          </a:r>
          <a:endParaRPr lang="en-US" sz="1300" b="1" kern="1200" dirty="0"/>
        </a:p>
      </dsp:txBody>
      <dsp:txXfrm>
        <a:off x="3234311" y="281228"/>
        <a:ext cx="2175939" cy="1351037"/>
      </dsp:txXfrm>
    </dsp:sp>
    <dsp:sp modelId="{58DA0812-BBC1-D34A-B823-2AD07B8FBF47}">
      <dsp:nvSpPr>
        <dsp:cNvPr id="0" name=""/>
        <dsp:cNvSpPr/>
      </dsp:nvSpPr>
      <dsp:spPr>
        <a:xfrm>
          <a:off x="5703395" y="639"/>
          <a:ext cx="2260005" cy="14351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09C22D-F547-2442-86CD-27BF6BF8DA1A}">
      <dsp:nvSpPr>
        <dsp:cNvPr id="0" name=""/>
        <dsp:cNvSpPr/>
      </dsp:nvSpPr>
      <dsp:spPr>
        <a:xfrm>
          <a:off x="5954507" y="239195"/>
          <a:ext cx="2260005" cy="14351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The common risks are </a:t>
          </a:r>
        </a:p>
      </dsp:txBody>
      <dsp:txXfrm>
        <a:off x="5996540" y="281228"/>
        <a:ext cx="2175939" cy="1351037"/>
      </dsp:txXfrm>
    </dsp:sp>
    <dsp:sp modelId="{9BAE25CC-0178-C442-924E-A771B8113599}">
      <dsp:nvSpPr>
        <dsp:cNvPr id="0" name=""/>
        <dsp:cNvSpPr/>
      </dsp:nvSpPr>
      <dsp:spPr>
        <a:xfrm>
          <a:off x="2941166" y="2093028"/>
          <a:ext cx="2260005" cy="143510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4EFF91-204D-6A4C-B03E-A7FE7499B968}">
      <dsp:nvSpPr>
        <dsp:cNvPr id="0" name=""/>
        <dsp:cNvSpPr/>
      </dsp:nvSpPr>
      <dsp:spPr>
        <a:xfrm>
          <a:off x="3192278" y="2331584"/>
          <a:ext cx="2260005" cy="14351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Unauthorized access</a:t>
          </a:r>
        </a:p>
      </dsp:txBody>
      <dsp:txXfrm>
        <a:off x="3234311" y="2373617"/>
        <a:ext cx="2175939" cy="1351037"/>
      </dsp:txXfrm>
    </dsp:sp>
    <dsp:sp modelId="{50533F61-4435-EE41-B159-0FCDFD3F96C1}">
      <dsp:nvSpPr>
        <dsp:cNvPr id="0" name=""/>
        <dsp:cNvSpPr/>
      </dsp:nvSpPr>
      <dsp:spPr>
        <a:xfrm>
          <a:off x="5703395" y="2093028"/>
          <a:ext cx="2260005" cy="143510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7ABE0A-4408-384F-BE26-A51832ED995E}">
      <dsp:nvSpPr>
        <dsp:cNvPr id="0" name=""/>
        <dsp:cNvSpPr/>
      </dsp:nvSpPr>
      <dsp:spPr>
        <a:xfrm>
          <a:off x="5954507" y="2331584"/>
          <a:ext cx="2260005" cy="14351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Malicious code injections</a:t>
          </a:r>
        </a:p>
      </dsp:txBody>
      <dsp:txXfrm>
        <a:off x="5996540" y="2373617"/>
        <a:ext cx="2175939" cy="1351037"/>
      </dsp:txXfrm>
    </dsp:sp>
    <dsp:sp modelId="{61AB8FB1-E260-4241-8CC1-F2621CDC5C41}">
      <dsp:nvSpPr>
        <dsp:cNvPr id="0" name=""/>
        <dsp:cNvSpPr/>
      </dsp:nvSpPr>
      <dsp:spPr>
        <a:xfrm>
          <a:off x="8465625" y="2093028"/>
          <a:ext cx="2260005" cy="143510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1CEE7B-2ACF-0A4C-B637-86C541983C44}">
      <dsp:nvSpPr>
        <dsp:cNvPr id="0" name=""/>
        <dsp:cNvSpPr/>
      </dsp:nvSpPr>
      <dsp:spPr>
        <a:xfrm>
          <a:off x="8716736" y="2331584"/>
          <a:ext cx="2260005" cy="14351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Information leaks</a:t>
          </a:r>
        </a:p>
      </dsp:txBody>
      <dsp:txXfrm>
        <a:off x="8758769" y="2373617"/>
        <a:ext cx="2175939" cy="13510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A392E0-BD26-364A-9BFE-2F4DF2734236}">
      <dsp:nvSpPr>
        <dsp:cNvPr id="0" name=""/>
        <dsp:cNvSpPr/>
      </dsp:nvSpPr>
      <dsp:spPr>
        <a:xfrm>
          <a:off x="0" y="66915"/>
          <a:ext cx="6391275" cy="12306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Principle of Least Privilege (PoLP)</a:t>
          </a:r>
          <a:r>
            <a:rPr lang="en-US" sz="2200" b="0" i="0" kern="1200"/>
            <a:t> – Give users only the access they need.</a:t>
          </a:r>
          <a:endParaRPr lang="en-US" sz="2200" kern="1200"/>
        </a:p>
      </dsp:txBody>
      <dsp:txXfrm>
        <a:off x="60077" y="126992"/>
        <a:ext cx="6271121" cy="1110539"/>
      </dsp:txXfrm>
    </dsp:sp>
    <dsp:sp modelId="{4A3D377A-2B92-E24B-B117-6660DF8BD799}">
      <dsp:nvSpPr>
        <dsp:cNvPr id="0" name=""/>
        <dsp:cNvSpPr/>
      </dsp:nvSpPr>
      <dsp:spPr>
        <a:xfrm>
          <a:off x="0" y="1360969"/>
          <a:ext cx="6391275" cy="1230693"/>
        </a:xfrm>
        <a:prstGeom prst="roundRect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Role-based access control (RBAC)</a:t>
          </a:r>
          <a:r>
            <a:rPr lang="en-US" sz="2200" b="0" i="0" kern="1200"/>
            <a:t> – Assign roles (admin, developer, reviewer).</a:t>
          </a:r>
          <a:endParaRPr lang="en-US" sz="2200" kern="1200"/>
        </a:p>
      </dsp:txBody>
      <dsp:txXfrm>
        <a:off x="60077" y="1421046"/>
        <a:ext cx="6271121" cy="1110539"/>
      </dsp:txXfrm>
    </dsp:sp>
    <dsp:sp modelId="{D6A6DDED-DE30-D548-8C67-024A503C90C8}">
      <dsp:nvSpPr>
        <dsp:cNvPr id="0" name=""/>
        <dsp:cNvSpPr/>
      </dsp:nvSpPr>
      <dsp:spPr>
        <a:xfrm>
          <a:off x="0" y="2655023"/>
          <a:ext cx="6391275" cy="1230693"/>
        </a:xfrm>
        <a:prstGeom prst="roundRect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Multi-factor authentication (MFA)</a:t>
          </a:r>
          <a:r>
            <a:rPr lang="en-US" sz="2200" b="0" i="0" kern="1200"/>
            <a:t> – Extra layer of protection against unauthorized access.</a:t>
          </a:r>
          <a:endParaRPr lang="en-US" sz="2200" kern="1200"/>
        </a:p>
      </dsp:txBody>
      <dsp:txXfrm>
        <a:off x="60077" y="2715100"/>
        <a:ext cx="6271121" cy="1110539"/>
      </dsp:txXfrm>
    </dsp:sp>
    <dsp:sp modelId="{D0E32D03-E023-654E-A8F6-C3FAC4829C00}">
      <dsp:nvSpPr>
        <dsp:cNvPr id="0" name=""/>
        <dsp:cNvSpPr/>
      </dsp:nvSpPr>
      <dsp:spPr>
        <a:xfrm>
          <a:off x="0" y="3949077"/>
          <a:ext cx="6391275" cy="1230693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SSO (Single Sign-On) Integration</a:t>
          </a:r>
          <a:r>
            <a:rPr lang="en-US" sz="2200" b="0" i="0" kern="1200"/>
            <a:t> – Centralized authentication for better control.</a:t>
          </a:r>
          <a:endParaRPr lang="en-US" sz="2200" kern="1200"/>
        </a:p>
      </dsp:txBody>
      <dsp:txXfrm>
        <a:off x="60077" y="4009154"/>
        <a:ext cx="6271121" cy="11105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7C156B-3621-3E46-8B7A-B212FD44EDB8}">
      <dsp:nvSpPr>
        <dsp:cNvPr id="0" name=""/>
        <dsp:cNvSpPr/>
      </dsp:nvSpPr>
      <dsp:spPr>
        <a:xfrm>
          <a:off x="0" y="708948"/>
          <a:ext cx="2707138" cy="17190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4540A65-323C-874C-BD11-F82904884B93}">
      <dsp:nvSpPr>
        <dsp:cNvPr id="0" name=""/>
        <dsp:cNvSpPr/>
      </dsp:nvSpPr>
      <dsp:spPr>
        <a:xfrm>
          <a:off x="300793" y="994701"/>
          <a:ext cx="2707138" cy="1719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Define a security response plan</a:t>
          </a:r>
          <a:r>
            <a:rPr lang="en-US" sz="2000" b="0" i="0" kern="1200"/>
            <a:t> – Steps to handle breaches.</a:t>
          </a:r>
          <a:endParaRPr lang="en-US" sz="2000" kern="1200"/>
        </a:p>
      </dsp:txBody>
      <dsp:txXfrm>
        <a:off x="351142" y="1045050"/>
        <a:ext cx="2606440" cy="1618335"/>
      </dsp:txXfrm>
    </dsp:sp>
    <dsp:sp modelId="{96165EA8-6D8F-CF4D-8D4A-AA5D536B8F2D}">
      <dsp:nvSpPr>
        <dsp:cNvPr id="0" name=""/>
        <dsp:cNvSpPr/>
      </dsp:nvSpPr>
      <dsp:spPr>
        <a:xfrm>
          <a:off x="3308725" y="708948"/>
          <a:ext cx="2707138" cy="17190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036D95B-DC55-4049-9D0E-453D6C632E2B}">
      <dsp:nvSpPr>
        <dsp:cNvPr id="0" name=""/>
        <dsp:cNvSpPr/>
      </dsp:nvSpPr>
      <dsp:spPr>
        <a:xfrm>
          <a:off x="3609518" y="994701"/>
          <a:ext cx="2707138" cy="1719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Backup repositories regularly</a:t>
          </a:r>
          <a:r>
            <a:rPr lang="en-US" sz="2000" b="0" i="0" kern="1200"/>
            <a:t> – Ensure recovery from attacks.</a:t>
          </a:r>
          <a:endParaRPr lang="en-US" sz="2000" kern="1200"/>
        </a:p>
      </dsp:txBody>
      <dsp:txXfrm>
        <a:off x="3659867" y="1045050"/>
        <a:ext cx="2606440" cy="1618335"/>
      </dsp:txXfrm>
    </dsp:sp>
    <dsp:sp modelId="{A3364BA4-4400-864E-AEE7-23E268ED4282}">
      <dsp:nvSpPr>
        <dsp:cNvPr id="0" name=""/>
        <dsp:cNvSpPr/>
      </dsp:nvSpPr>
      <dsp:spPr>
        <a:xfrm>
          <a:off x="6617450" y="708948"/>
          <a:ext cx="2707138" cy="17190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8EFD1B7-4CE2-9345-A0FB-F67FD662D8F5}">
      <dsp:nvSpPr>
        <dsp:cNvPr id="0" name=""/>
        <dsp:cNvSpPr/>
      </dsp:nvSpPr>
      <dsp:spPr>
        <a:xfrm>
          <a:off x="6918244" y="994701"/>
          <a:ext cx="2707138" cy="1719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Use immutable logs</a:t>
          </a:r>
          <a:r>
            <a:rPr lang="en-US" sz="2000" b="0" i="0" kern="1200"/>
            <a:t> – Prevent log tampering.</a:t>
          </a:r>
          <a:endParaRPr lang="en-US" sz="2000" kern="1200"/>
        </a:p>
      </dsp:txBody>
      <dsp:txXfrm>
        <a:off x="6968593" y="1045050"/>
        <a:ext cx="2606440" cy="16183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317C73-DE82-6642-8843-7FD044E3CD71}">
      <dsp:nvSpPr>
        <dsp:cNvPr id="0" name=""/>
        <dsp:cNvSpPr/>
      </dsp:nvSpPr>
      <dsp:spPr>
        <a:xfrm>
          <a:off x="5780" y="627075"/>
          <a:ext cx="1807109" cy="216853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8502" tIns="0" rIns="178502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Implement </a:t>
          </a:r>
          <a:r>
            <a:rPr lang="en-US" sz="1300" b="1" i="0" kern="1200"/>
            <a:t>strong authentication &amp; access controls</a:t>
          </a:r>
          <a:r>
            <a:rPr lang="en-US" sz="1300" b="0" i="0" kern="1200"/>
            <a:t>.</a:t>
          </a:r>
          <a:endParaRPr lang="en-US" sz="1300" kern="1200"/>
        </a:p>
      </dsp:txBody>
      <dsp:txXfrm>
        <a:off x="5780" y="1494488"/>
        <a:ext cx="1807109" cy="1301118"/>
      </dsp:txXfrm>
    </dsp:sp>
    <dsp:sp modelId="{09770D86-25A6-7C43-AF98-6AF751ACB6F5}">
      <dsp:nvSpPr>
        <dsp:cNvPr id="0" name=""/>
        <dsp:cNvSpPr/>
      </dsp:nvSpPr>
      <dsp:spPr>
        <a:xfrm>
          <a:off x="5780" y="627075"/>
          <a:ext cx="1807109" cy="867412"/>
        </a:xfrm>
        <a:prstGeom prst="rect">
          <a:avLst/>
        </a:prstGeom>
        <a:noFill/>
        <a:ln w="9525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8502" tIns="165100" rIns="178502" bIns="16510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01</a:t>
          </a:r>
        </a:p>
      </dsp:txBody>
      <dsp:txXfrm>
        <a:off x="5780" y="627075"/>
        <a:ext cx="1807109" cy="867412"/>
      </dsp:txXfrm>
    </dsp:sp>
    <dsp:sp modelId="{02E748BD-3C8C-F94A-8DBD-A29AE49641DD}">
      <dsp:nvSpPr>
        <dsp:cNvPr id="0" name=""/>
        <dsp:cNvSpPr/>
      </dsp:nvSpPr>
      <dsp:spPr>
        <a:xfrm>
          <a:off x="1957458" y="627075"/>
          <a:ext cx="1807109" cy="2168531"/>
        </a:xfrm>
        <a:prstGeom prst="rect">
          <a:avLst/>
        </a:prstGeom>
        <a:gradFill rotWithShape="0">
          <a:gsLst>
            <a:gs pos="0">
              <a:schemeClr val="accent2">
                <a:hueOff val="-4941430"/>
                <a:satOff val="225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4941430"/>
                <a:satOff val="225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4941430"/>
              <a:satOff val="225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8502" tIns="0" rIns="178502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Secure </a:t>
          </a:r>
          <a:r>
            <a:rPr lang="en-US" sz="1300" b="1" i="0" kern="1200"/>
            <a:t>code contributions and reviews</a:t>
          </a:r>
          <a:r>
            <a:rPr lang="en-US" sz="1300" b="0" i="0" kern="1200"/>
            <a:t>.</a:t>
          </a:r>
          <a:endParaRPr lang="en-US" sz="1300" kern="1200"/>
        </a:p>
      </dsp:txBody>
      <dsp:txXfrm>
        <a:off x="1957458" y="1494488"/>
        <a:ext cx="1807109" cy="1301118"/>
      </dsp:txXfrm>
    </dsp:sp>
    <dsp:sp modelId="{352C7F6A-D701-3547-B8EE-91FAAB8D911A}">
      <dsp:nvSpPr>
        <dsp:cNvPr id="0" name=""/>
        <dsp:cNvSpPr/>
      </dsp:nvSpPr>
      <dsp:spPr>
        <a:xfrm>
          <a:off x="1957458" y="627075"/>
          <a:ext cx="1807109" cy="867412"/>
        </a:xfrm>
        <a:prstGeom prst="rect">
          <a:avLst/>
        </a:prstGeom>
        <a:noFill/>
        <a:ln w="9525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8502" tIns="165100" rIns="178502" bIns="16510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02</a:t>
          </a:r>
        </a:p>
      </dsp:txBody>
      <dsp:txXfrm>
        <a:off x="1957458" y="627075"/>
        <a:ext cx="1807109" cy="867412"/>
      </dsp:txXfrm>
    </dsp:sp>
    <dsp:sp modelId="{612EAF87-A811-9945-8041-9DB685C7B795}">
      <dsp:nvSpPr>
        <dsp:cNvPr id="0" name=""/>
        <dsp:cNvSpPr/>
      </dsp:nvSpPr>
      <dsp:spPr>
        <a:xfrm>
          <a:off x="3909136" y="627075"/>
          <a:ext cx="1807109" cy="2168531"/>
        </a:xfrm>
        <a:prstGeom prst="rect">
          <a:avLst/>
        </a:prstGeom>
        <a:gradFill rotWithShape="0">
          <a:gsLst>
            <a:gs pos="0">
              <a:schemeClr val="accent2">
                <a:hueOff val="-9882860"/>
                <a:satOff val="451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9882860"/>
                <a:satOff val="451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9882860"/>
              <a:satOff val="451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8502" tIns="0" rIns="178502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Prevent </a:t>
          </a:r>
          <a:r>
            <a:rPr lang="en-US" sz="1300" b="1" i="0" kern="1200"/>
            <a:t>secrets exposure &amp; manage dependencies wisely</a:t>
          </a:r>
          <a:r>
            <a:rPr lang="en-US" sz="1300" b="0" i="0" kern="1200"/>
            <a:t>.</a:t>
          </a:r>
          <a:endParaRPr lang="en-US" sz="1300" kern="1200"/>
        </a:p>
      </dsp:txBody>
      <dsp:txXfrm>
        <a:off x="3909136" y="1494488"/>
        <a:ext cx="1807109" cy="1301118"/>
      </dsp:txXfrm>
    </dsp:sp>
    <dsp:sp modelId="{64C67C0C-83EB-0240-915C-624EDABEDAA1}">
      <dsp:nvSpPr>
        <dsp:cNvPr id="0" name=""/>
        <dsp:cNvSpPr/>
      </dsp:nvSpPr>
      <dsp:spPr>
        <a:xfrm>
          <a:off x="3909136" y="627075"/>
          <a:ext cx="1807109" cy="867412"/>
        </a:xfrm>
        <a:prstGeom prst="rect">
          <a:avLst/>
        </a:prstGeom>
        <a:noFill/>
        <a:ln w="9525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8502" tIns="165100" rIns="178502" bIns="16510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03</a:t>
          </a:r>
        </a:p>
      </dsp:txBody>
      <dsp:txXfrm>
        <a:off x="3909136" y="627075"/>
        <a:ext cx="1807109" cy="867412"/>
      </dsp:txXfrm>
    </dsp:sp>
    <dsp:sp modelId="{E479EB7B-136B-F547-A0F4-BEF27C30F6E1}">
      <dsp:nvSpPr>
        <dsp:cNvPr id="0" name=""/>
        <dsp:cNvSpPr/>
      </dsp:nvSpPr>
      <dsp:spPr>
        <a:xfrm>
          <a:off x="5860814" y="627075"/>
          <a:ext cx="1807109" cy="2168531"/>
        </a:xfrm>
        <a:prstGeom prst="rect">
          <a:avLst/>
        </a:prstGeom>
        <a:gradFill rotWithShape="0">
          <a:gsLst>
            <a:gs pos="0">
              <a:schemeClr val="accent2">
                <a:hueOff val="-14824290"/>
                <a:satOff val="676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4824290"/>
                <a:satOff val="676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4824290"/>
              <a:satOff val="676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8502" tIns="0" rIns="178502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/>
            <a:t>Monitor activity and prepare for incidents</a:t>
          </a:r>
          <a:r>
            <a:rPr lang="en-US" sz="1300" b="0" i="0" kern="1200"/>
            <a:t> proactively.</a:t>
          </a:r>
          <a:endParaRPr lang="en-US" sz="1300" kern="1200"/>
        </a:p>
      </dsp:txBody>
      <dsp:txXfrm>
        <a:off x="5860814" y="1494488"/>
        <a:ext cx="1807109" cy="1301118"/>
      </dsp:txXfrm>
    </dsp:sp>
    <dsp:sp modelId="{7DF81376-C8EA-9344-AD7D-EBE8EBBC435F}">
      <dsp:nvSpPr>
        <dsp:cNvPr id="0" name=""/>
        <dsp:cNvSpPr/>
      </dsp:nvSpPr>
      <dsp:spPr>
        <a:xfrm>
          <a:off x="5860814" y="627075"/>
          <a:ext cx="1807109" cy="867412"/>
        </a:xfrm>
        <a:prstGeom prst="rect">
          <a:avLst/>
        </a:prstGeom>
        <a:noFill/>
        <a:ln w="9525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8502" tIns="165100" rIns="178502" bIns="16510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04</a:t>
          </a:r>
        </a:p>
      </dsp:txBody>
      <dsp:txXfrm>
        <a:off x="5860814" y="627075"/>
        <a:ext cx="1807109" cy="867412"/>
      </dsp:txXfrm>
    </dsp:sp>
    <dsp:sp modelId="{69688F11-D2A7-F14B-995A-9CAD6613BEAD}">
      <dsp:nvSpPr>
        <dsp:cNvPr id="0" name=""/>
        <dsp:cNvSpPr/>
      </dsp:nvSpPr>
      <dsp:spPr>
        <a:xfrm>
          <a:off x="7812492" y="627075"/>
          <a:ext cx="1807109" cy="2168531"/>
        </a:xfrm>
        <a:prstGeom prst="rect">
          <a:avLst/>
        </a:prstGeom>
        <a:gradFill rotWithShape="0">
          <a:gsLst>
            <a:gs pos="0">
              <a:schemeClr val="accent2">
                <a:hueOff val="-19765721"/>
                <a:satOff val="901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9765721"/>
                <a:satOff val="901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8502" tIns="0" rIns="178502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/>
            <a:t>Follow compliance standards</a:t>
          </a:r>
          <a:r>
            <a:rPr lang="en-US" sz="1300" b="0" i="0" kern="1200"/>
            <a:t> to avoid legal risks.</a:t>
          </a:r>
          <a:endParaRPr lang="en-US" sz="1300" kern="1200"/>
        </a:p>
      </dsp:txBody>
      <dsp:txXfrm>
        <a:off x="7812492" y="1494488"/>
        <a:ext cx="1807109" cy="1301118"/>
      </dsp:txXfrm>
    </dsp:sp>
    <dsp:sp modelId="{68B43ECA-4CC4-0245-BC0B-0F7B02F28296}">
      <dsp:nvSpPr>
        <dsp:cNvPr id="0" name=""/>
        <dsp:cNvSpPr/>
      </dsp:nvSpPr>
      <dsp:spPr>
        <a:xfrm>
          <a:off x="7812492" y="627075"/>
          <a:ext cx="1807109" cy="867412"/>
        </a:xfrm>
        <a:prstGeom prst="rect">
          <a:avLst/>
        </a:prstGeom>
        <a:noFill/>
        <a:ln w="9525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8502" tIns="165100" rIns="178502" bIns="16510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05</a:t>
          </a:r>
        </a:p>
      </dsp:txBody>
      <dsp:txXfrm>
        <a:off x="7812492" y="627075"/>
        <a:ext cx="1807109" cy="8674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391A759-BFF8-4B5B-9ECE-D93AC303B331}" type="datetime1">
              <a:rPr lang="en-US" smtClean="0"/>
              <a:t>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194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B316-A2E6-49F2-825C-64AA951E4184}" type="datetime1">
              <a:rPr lang="en-US" smtClean="0"/>
              <a:t>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76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9748B-ADD6-4C5A-8C2A-A39721276E74}" type="datetime1">
              <a:rPr lang="en-US" smtClean="0"/>
              <a:t>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0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FB0F-3C5C-4949-B933-9C7E511ED094}" type="datetime1">
              <a:rPr lang="en-US" smtClean="0"/>
              <a:t>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6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01D58-E949-4BCB-829A-BBF80E38D59C}" type="datetime1">
              <a:rPr lang="en-US" smtClean="0"/>
              <a:t>2/28/25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A846-0DA4-4D92-9BF1-DE8C52C1F4DF}" type="datetime1">
              <a:rPr lang="en-US" smtClean="0"/>
              <a:t>2/28/25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06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2331-4A9C-472F-A7FA-968157338839}" type="datetime1">
              <a:rPr lang="en-US" smtClean="0"/>
              <a:t>2/28/25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0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97F3D-ED52-43FD-A26D-318B71534485}" type="datetime1">
              <a:rPr lang="en-US" smtClean="0"/>
              <a:t>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341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91FA4-6264-4BB8-B3B5-77711EED2D82}" type="datetime1">
              <a:rPr lang="en-US" smtClean="0"/>
              <a:t>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231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A1D9-D323-4F4E-8655-25E2D32CE742}" type="datetime1">
              <a:rPr lang="en-US" smtClean="0"/>
              <a:t>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91195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A1D9-D323-4F4E-8655-25E2D32CE742}" type="datetime1">
              <a:rPr lang="en-US" smtClean="0"/>
              <a:t>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12279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A1D9-D323-4F4E-8655-25E2D32CE742}" type="datetime1">
              <a:rPr lang="en-US" smtClean="0"/>
              <a:t>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47962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A1D9-D323-4F4E-8655-25E2D32CE742}" type="datetime1">
              <a:rPr lang="en-US" smtClean="0"/>
              <a:t>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96508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A1D9-D323-4F4E-8655-25E2D32CE742}" type="datetime1">
              <a:rPr lang="en-US" smtClean="0"/>
              <a:t>2/28/25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17897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A1D9-D323-4F4E-8655-25E2D32CE742}" type="datetime1">
              <a:rPr lang="en-US" smtClean="0"/>
              <a:t>2/28/25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89273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DFDF398-5DA3-4937-BE3F-7CA1B9158252}" type="datetime1">
              <a:rPr lang="en-US" smtClean="0"/>
              <a:t>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89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F191ED9-F929-4A92-90F9-3C9C84ABBE83}" type="datetime1">
              <a:rPr lang="en-US" smtClean="0"/>
              <a:t>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61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E7F6A1D9-D323-4F4E-8655-25E2D32CE742}" type="datetime1">
              <a:rPr lang="en-US" smtClean="0"/>
              <a:t>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264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  <p:sldLayoutId id="21474837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odacy.com/owasp-top-10" TargetMode="External"/><Relationship Id="rId2" Type="http://schemas.openxmlformats.org/officeDocument/2006/relationships/hyperlink" Target="https://get.assembla.com/blog/source-code-security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nyk.io/blog/ten-git-hub-security-best-practic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Vector background of vibrant colors splashing">
            <a:extLst>
              <a:ext uri="{FF2B5EF4-FFF2-40B4-BE49-F238E27FC236}">
                <a16:creationId xmlns:a16="http://schemas.microsoft.com/office/drawing/2014/main" id="{65EF81E1-4821-63A7-940C-02D8EB1495F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7279"/>
          <a:stretch/>
        </p:blipFill>
        <p:spPr>
          <a:xfrm>
            <a:off x="-1" y="6143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0F3B95-BF6E-A415-7676-2445E0C6B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6823456" cy="233424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FFFFFF"/>
                </a:solidFill>
              </a:rPr>
              <a:t>Security controls in shared source code repositories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BF11F4-7913-1CB5-D6DA-D47279C5D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Irene Carrillo Jaramillo CSD 380</a:t>
            </a:r>
          </a:p>
          <a:p>
            <a:r>
              <a:rPr lang="en-US" dirty="0">
                <a:solidFill>
                  <a:srgbClr val="FFFFFF"/>
                </a:solidFill>
              </a:rPr>
              <a:t>Module 11.2</a:t>
            </a:r>
          </a:p>
        </p:txBody>
      </p:sp>
    </p:spTree>
    <p:extLst>
      <p:ext uri="{BB962C8B-B14F-4D97-AF65-F5344CB8AC3E}">
        <p14:creationId xmlns:p14="http://schemas.microsoft.com/office/powerpoint/2010/main" val="4084393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723C1-91D1-8EAF-7D00-EB6896B74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320" y="512064"/>
            <a:ext cx="11155680" cy="1463040"/>
          </a:xfrm>
        </p:spPr>
        <p:txBody>
          <a:bodyPr>
            <a:normAutofit/>
          </a:bodyPr>
          <a:lstStyle/>
          <a:p>
            <a:r>
              <a:rPr lang="en-US" sz="4400" dirty="0"/>
              <a:t>Why security in shared repositories matter and risks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F2E98B-2F7B-5449-3A2E-F3E46378A5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486033"/>
              </p:ext>
            </p:extLst>
          </p:nvPr>
        </p:nvGraphicFramePr>
        <p:xfrm>
          <a:off x="528320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2844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ABBCE4E-C5C4-51E2-4294-DD041EF00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Access Control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A590F1-5154-667A-6921-9F9E0871BB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4202114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76866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8ABDB68-E3D5-448E-97D3-06FFEF680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B8DD7FEB-D9F3-4F5B-982C-36B0664D0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537676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6BA11E4-0636-4FA9-A836-2A4FB1764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4D18CF-8D13-39AC-D5A3-362E4AB01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6072776" cy="16223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Secure Code Contribution and Review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681882E-BDD0-4311-AF62-E8019628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6290102" y="977273"/>
            <a:ext cx="6053670" cy="4903455"/>
          </a:xfrm>
          <a:custGeom>
            <a:avLst/>
            <a:gdLst>
              <a:gd name="connsiteX0" fmla="*/ 6053670 w 6053670"/>
              <a:gd name="connsiteY0" fmla="*/ 1098 h 4903455"/>
              <a:gd name="connsiteX1" fmla="*/ 6053670 w 6053670"/>
              <a:gd name="connsiteY1" fmla="*/ 424590 h 4903455"/>
              <a:gd name="connsiteX2" fmla="*/ 6053670 w 6053670"/>
              <a:gd name="connsiteY2" fmla="*/ 1254558 h 4903455"/>
              <a:gd name="connsiteX3" fmla="*/ 6053670 w 6053670"/>
              <a:gd name="connsiteY3" fmla="*/ 4903455 h 4903455"/>
              <a:gd name="connsiteX4" fmla="*/ 0 w 6053670"/>
              <a:gd name="connsiteY4" fmla="*/ 4903455 h 4903455"/>
              <a:gd name="connsiteX5" fmla="*/ 0 w 6053670"/>
              <a:gd name="connsiteY5" fmla="*/ 1249853 h 4903455"/>
              <a:gd name="connsiteX6" fmla="*/ 0 w 6053670"/>
              <a:gd name="connsiteY6" fmla="*/ 424590 h 4903455"/>
              <a:gd name="connsiteX7" fmla="*/ 0 w 6053670"/>
              <a:gd name="connsiteY7" fmla="*/ 0 h 4903455"/>
              <a:gd name="connsiteX8" fmla="*/ 35717 w 6053670"/>
              <a:gd name="connsiteY8" fmla="*/ 5488 h 4903455"/>
              <a:gd name="connsiteX9" fmla="*/ 140445 w 6053670"/>
              <a:gd name="connsiteY9" fmla="*/ 21641 h 4903455"/>
              <a:gd name="connsiteX10" fmla="*/ 216722 w 6053670"/>
              <a:gd name="connsiteY10" fmla="*/ 32932 h 4903455"/>
              <a:gd name="connsiteX11" fmla="*/ 307527 w 6053670"/>
              <a:gd name="connsiteY11" fmla="*/ 44850 h 4903455"/>
              <a:gd name="connsiteX12" fmla="*/ 415282 w 6053670"/>
              <a:gd name="connsiteY12" fmla="*/ 59121 h 4903455"/>
              <a:gd name="connsiteX13" fmla="*/ 534539 w 6053670"/>
              <a:gd name="connsiteY13" fmla="*/ 74175 h 4903455"/>
              <a:gd name="connsiteX14" fmla="*/ 668931 w 6053670"/>
              <a:gd name="connsiteY14" fmla="*/ 90014 h 4903455"/>
              <a:gd name="connsiteX15" fmla="*/ 815430 w 6053670"/>
              <a:gd name="connsiteY15" fmla="*/ 106794 h 4903455"/>
              <a:gd name="connsiteX16" fmla="*/ 974641 w 6053670"/>
              <a:gd name="connsiteY16" fmla="*/ 123574 h 4903455"/>
              <a:gd name="connsiteX17" fmla="*/ 1144144 w 6053670"/>
              <a:gd name="connsiteY17" fmla="*/ 140667 h 4903455"/>
              <a:gd name="connsiteX18" fmla="*/ 1326965 w 6053670"/>
              <a:gd name="connsiteY18" fmla="*/ 156506 h 4903455"/>
              <a:gd name="connsiteX19" fmla="*/ 1518261 w 6053670"/>
              <a:gd name="connsiteY19" fmla="*/ 171717 h 4903455"/>
              <a:gd name="connsiteX20" fmla="*/ 1720453 w 6053670"/>
              <a:gd name="connsiteY20" fmla="*/ 185518 h 4903455"/>
              <a:gd name="connsiteX21" fmla="*/ 1931121 w 6053670"/>
              <a:gd name="connsiteY21" fmla="*/ 198690 h 4903455"/>
              <a:gd name="connsiteX22" fmla="*/ 2150869 w 6053670"/>
              <a:gd name="connsiteY22" fmla="*/ 211079 h 4903455"/>
              <a:gd name="connsiteX23" fmla="*/ 2263467 w 6053670"/>
              <a:gd name="connsiteY23" fmla="*/ 215470 h 4903455"/>
              <a:gd name="connsiteX24" fmla="*/ 2378487 w 6053670"/>
              <a:gd name="connsiteY24" fmla="*/ 220332 h 4903455"/>
              <a:gd name="connsiteX25" fmla="*/ 2495323 w 6053670"/>
              <a:gd name="connsiteY25" fmla="*/ 224879 h 4903455"/>
              <a:gd name="connsiteX26" fmla="*/ 2612764 w 6053670"/>
              <a:gd name="connsiteY26" fmla="*/ 227859 h 4903455"/>
              <a:gd name="connsiteX27" fmla="*/ 2732627 w 6053670"/>
              <a:gd name="connsiteY27" fmla="*/ 230525 h 4903455"/>
              <a:gd name="connsiteX28" fmla="*/ 2853700 w 6053670"/>
              <a:gd name="connsiteY28" fmla="*/ 233348 h 4903455"/>
              <a:gd name="connsiteX29" fmla="*/ 2977195 w 6053670"/>
              <a:gd name="connsiteY29" fmla="*/ 235229 h 4903455"/>
              <a:gd name="connsiteX30" fmla="*/ 3101900 w 6053670"/>
              <a:gd name="connsiteY30" fmla="*/ 235229 h 4903455"/>
              <a:gd name="connsiteX31" fmla="*/ 3227817 w 6053670"/>
              <a:gd name="connsiteY31" fmla="*/ 236170 h 4903455"/>
              <a:gd name="connsiteX32" fmla="*/ 3354944 w 6053670"/>
              <a:gd name="connsiteY32" fmla="*/ 235229 h 4903455"/>
              <a:gd name="connsiteX33" fmla="*/ 3483887 w 6053670"/>
              <a:gd name="connsiteY33" fmla="*/ 233348 h 4903455"/>
              <a:gd name="connsiteX34" fmla="*/ 3612830 w 6053670"/>
              <a:gd name="connsiteY34" fmla="*/ 231623 h 4903455"/>
              <a:gd name="connsiteX35" fmla="*/ 3743589 w 6053670"/>
              <a:gd name="connsiteY35" fmla="*/ 227859 h 4903455"/>
              <a:gd name="connsiteX36" fmla="*/ 3875559 w 6053670"/>
              <a:gd name="connsiteY36" fmla="*/ 223938 h 4903455"/>
              <a:gd name="connsiteX37" fmla="*/ 4007529 w 6053670"/>
              <a:gd name="connsiteY37" fmla="*/ 219391 h 4903455"/>
              <a:gd name="connsiteX38" fmla="*/ 4140710 w 6053670"/>
              <a:gd name="connsiteY38" fmla="*/ 212961 h 4903455"/>
              <a:gd name="connsiteX39" fmla="*/ 4275102 w 6053670"/>
              <a:gd name="connsiteY39" fmla="*/ 205277 h 4903455"/>
              <a:gd name="connsiteX40" fmla="*/ 4410098 w 6053670"/>
              <a:gd name="connsiteY40" fmla="*/ 197907 h 4903455"/>
              <a:gd name="connsiteX41" fmla="*/ 4545096 w 6053670"/>
              <a:gd name="connsiteY41" fmla="*/ 188498 h 4903455"/>
              <a:gd name="connsiteX42" fmla="*/ 4681909 w 6053670"/>
              <a:gd name="connsiteY42" fmla="*/ 177207 h 4903455"/>
              <a:gd name="connsiteX43" fmla="*/ 4816905 w 6053670"/>
              <a:gd name="connsiteY43" fmla="*/ 165916 h 4903455"/>
              <a:gd name="connsiteX44" fmla="*/ 4954323 w 6053670"/>
              <a:gd name="connsiteY44" fmla="*/ 152899 h 4903455"/>
              <a:gd name="connsiteX45" fmla="*/ 5092347 w 6053670"/>
              <a:gd name="connsiteY45" fmla="*/ 138629 h 4903455"/>
              <a:gd name="connsiteX46" fmla="*/ 5228555 w 6053670"/>
              <a:gd name="connsiteY46" fmla="*/ 123574 h 4903455"/>
              <a:gd name="connsiteX47" fmla="*/ 5366578 w 6053670"/>
              <a:gd name="connsiteY47" fmla="*/ 106010 h 4903455"/>
              <a:gd name="connsiteX48" fmla="*/ 5503997 w 6053670"/>
              <a:gd name="connsiteY48" fmla="*/ 87192 h 4903455"/>
              <a:gd name="connsiteX49" fmla="*/ 5642020 w 6053670"/>
              <a:gd name="connsiteY49" fmla="*/ 68530 h 4903455"/>
              <a:gd name="connsiteX50" fmla="*/ 5779438 w 6053670"/>
              <a:gd name="connsiteY50" fmla="*/ 46733 h 4903455"/>
              <a:gd name="connsiteX51" fmla="*/ 5916251 w 6053670"/>
              <a:gd name="connsiteY51" fmla="*/ 24464 h 4903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4903455">
                <a:moveTo>
                  <a:pt x="6053670" y="1098"/>
                </a:moveTo>
                <a:lnTo>
                  <a:pt x="6053670" y="424590"/>
                </a:lnTo>
                <a:lnTo>
                  <a:pt x="6053670" y="1254558"/>
                </a:lnTo>
                <a:lnTo>
                  <a:pt x="6053670" y="4903455"/>
                </a:lnTo>
                <a:lnTo>
                  <a:pt x="0" y="4903455"/>
                </a:lnTo>
                <a:lnTo>
                  <a:pt x="0" y="1249853"/>
                </a:lnTo>
                <a:lnTo>
                  <a:pt x="0" y="424590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3594C183-78CF-90AC-12D3-F6525B9BE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8226" y="1375132"/>
            <a:ext cx="4125317" cy="412531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ADD3260-4BDA-459B-A162-5E1B897E38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83DA7DD-CA37-4ED7-8710-48E56B063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92F2E3C-66CD-4DEB-BA14-2A5912B65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31DC7-8752-6969-544A-997F1A26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6072776" cy="3811740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Branch protection rules</a:t>
            </a:r>
            <a:r>
              <a:rPr lang="en-US" dirty="0">
                <a:solidFill>
                  <a:srgbClr val="FFFFFF"/>
                </a:solidFill>
              </a:rPr>
              <a:t> – This explains that it is required to make reviews before merging.</a:t>
            </a:r>
          </a:p>
          <a:p>
            <a:r>
              <a:rPr lang="en-US" b="1" dirty="0">
                <a:solidFill>
                  <a:srgbClr val="FFFFFF"/>
                </a:solidFill>
              </a:rPr>
              <a:t>Signed commits</a:t>
            </a:r>
            <a:r>
              <a:rPr lang="en-US" dirty="0">
                <a:solidFill>
                  <a:srgbClr val="FFFFFF"/>
                </a:solidFill>
              </a:rPr>
              <a:t> – It is important to verify authorship with GPG signatures.</a:t>
            </a:r>
          </a:p>
          <a:p>
            <a:r>
              <a:rPr lang="en-US" b="1" dirty="0">
                <a:solidFill>
                  <a:srgbClr val="FFFFFF"/>
                </a:solidFill>
              </a:rPr>
              <a:t>Static Application Security Testing (SAST)</a:t>
            </a:r>
            <a:r>
              <a:rPr lang="en-US" dirty="0">
                <a:solidFill>
                  <a:srgbClr val="FFFFFF"/>
                </a:solidFill>
              </a:rPr>
              <a:t> – Automated vulnerability scanning.</a:t>
            </a:r>
          </a:p>
          <a:p>
            <a:r>
              <a:rPr lang="en-US" b="1" dirty="0">
                <a:solidFill>
                  <a:srgbClr val="FFFFFF"/>
                </a:solidFill>
              </a:rPr>
              <a:t>Code review policies</a:t>
            </a:r>
            <a:r>
              <a:rPr lang="en-US" dirty="0">
                <a:solidFill>
                  <a:srgbClr val="FFFFFF"/>
                </a:solidFill>
              </a:rPr>
              <a:t> – It is important that to have at least one peer review before merging.</a:t>
            </a:r>
          </a:p>
        </p:txBody>
      </p:sp>
    </p:spTree>
    <p:extLst>
      <p:ext uri="{BB962C8B-B14F-4D97-AF65-F5344CB8AC3E}">
        <p14:creationId xmlns:p14="http://schemas.microsoft.com/office/powerpoint/2010/main" val="1226773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1109B5D-BC35-4376-98A2-F53B03E4E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94D90C11-98A3-40E3-B04C-A3025D645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71ADB9-421D-0F56-F09D-1EF9EC47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791" y="1463040"/>
            <a:ext cx="8920792" cy="4377924"/>
          </a:xfrm>
        </p:spPr>
        <p:txBody>
          <a:bodyPr anchor="t"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Credential Management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B28FB1-97C9-4A9E-A45B-356508C2C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5FB91-F19B-0D5D-F900-532B1E415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1779" y="2558194"/>
            <a:ext cx="8648202" cy="3006324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Credential Management is crucial since it ensures sensitive data is secure by reducing the risk of unauthorized access and data breaches.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Avoid hardcoding secrets</a:t>
            </a:r>
            <a:r>
              <a:rPr lang="en-US" sz="2000" dirty="0">
                <a:solidFill>
                  <a:schemeClr val="tx1"/>
                </a:solidFill>
              </a:rPr>
              <a:t> (API keys, passwords, tokens).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Use environment variables &amp; vaults</a:t>
            </a:r>
            <a:r>
              <a:rPr lang="en-US" sz="2000" dirty="0">
                <a:solidFill>
                  <a:schemeClr val="tx1"/>
                </a:solidFill>
              </a:rPr>
              <a:t> (</a:t>
            </a:r>
            <a:r>
              <a:rPr lang="en-US" sz="2000" dirty="0" err="1">
                <a:solidFill>
                  <a:schemeClr val="tx1"/>
                </a:solidFill>
              </a:rPr>
              <a:t>HashiCorp</a:t>
            </a:r>
            <a:r>
              <a:rPr lang="en-US" sz="2000" dirty="0">
                <a:solidFill>
                  <a:schemeClr val="tx1"/>
                </a:solidFill>
              </a:rPr>
              <a:t> Vault, AWS Secrets Manager).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Automated secret scanning tools</a:t>
            </a:r>
            <a:r>
              <a:rPr lang="en-US" sz="2000" dirty="0">
                <a:solidFill>
                  <a:schemeClr val="tx1"/>
                </a:solidFill>
              </a:rPr>
              <a:t> (GitHub Secret Scanning, </a:t>
            </a:r>
            <a:r>
              <a:rPr lang="en-US" sz="2000" dirty="0" err="1">
                <a:solidFill>
                  <a:schemeClr val="tx1"/>
                </a:solidFill>
              </a:rPr>
              <a:t>TruffleHog</a:t>
            </a:r>
            <a:r>
              <a:rPr lang="en-US" sz="2000" dirty="0">
                <a:solidFill>
                  <a:schemeClr val="tx1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02567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936E5-97C4-1A31-438D-CDF05D997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Management/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CAD89-833D-FBF4-DF16-3DCD10FF8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Regularly update dependencies</a:t>
            </a:r>
            <a:r>
              <a:rPr lang="en-US" dirty="0"/>
              <a:t> – Reduce exposure to vulnerabilities.</a:t>
            </a:r>
          </a:p>
          <a:p>
            <a:r>
              <a:rPr lang="en-US" b="1" dirty="0"/>
              <a:t>Use tools like </a:t>
            </a:r>
            <a:r>
              <a:rPr lang="en-US" b="1" dirty="0" err="1"/>
              <a:t>Dependabot</a:t>
            </a:r>
            <a:r>
              <a:rPr lang="en-US" b="1" dirty="0"/>
              <a:t>, </a:t>
            </a:r>
            <a:r>
              <a:rPr lang="en-US" b="1" dirty="0" err="1"/>
              <a:t>Snyk</a:t>
            </a:r>
            <a:r>
              <a:rPr lang="en-US" b="1" dirty="0"/>
              <a:t>, or OWASP Dependency-Check</a:t>
            </a:r>
            <a:r>
              <a:rPr lang="en-US" dirty="0"/>
              <a:t>.</a:t>
            </a:r>
          </a:p>
          <a:p>
            <a:r>
              <a:rPr lang="en-US" b="1" dirty="0"/>
              <a:t>Verify package authenticity</a:t>
            </a:r>
            <a:r>
              <a:rPr lang="en-US" dirty="0"/>
              <a:t> – Try to avoid </a:t>
            </a:r>
            <a:r>
              <a:rPr lang="en-US" dirty="0" err="1"/>
              <a:t>typosquatting</a:t>
            </a:r>
            <a:r>
              <a:rPr lang="en-US" dirty="0"/>
              <a:t> and malicious packages.</a:t>
            </a:r>
          </a:p>
          <a:p>
            <a:r>
              <a:rPr lang="en-US" b="1" dirty="0"/>
              <a:t>Enable audit logs</a:t>
            </a:r>
            <a:r>
              <a:rPr lang="en-US" dirty="0"/>
              <a:t> – This will track changes, access, and modifications.</a:t>
            </a:r>
          </a:p>
          <a:p>
            <a:r>
              <a:rPr lang="en-US" b="1" dirty="0"/>
              <a:t>Monitor for anomalous activity</a:t>
            </a:r>
            <a:r>
              <a:rPr lang="en-US" dirty="0"/>
              <a:t> – Important factor because it will detect suspicious behavior.</a:t>
            </a:r>
          </a:p>
          <a:p>
            <a:r>
              <a:rPr lang="en-US" b="1" dirty="0"/>
              <a:t>Implement automated alerts</a:t>
            </a:r>
            <a:r>
              <a:rPr lang="en-US" dirty="0"/>
              <a:t> – Immediate response to security threats.</a:t>
            </a:r>
          </a:p>
        </p:txBody>
      </p:sp>
    </p:spTree>
    <p:extLst>
      <p:ext uri="{BB962C8B-B14F-4D97-AF65-F5344CB8AC3E}">
        <p14:creationId xmlns:p14="http://schemas.microsoft.com/office/powerpoint/2010/main" val="3855149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E1B9298-8C28-93B8-4545-5E3C6DEB3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Incident and Recovery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7C1896-81CD-1C0A-690B-8E43B5B91B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0888390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96340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A027A01-8EFC-A837-8903-92D4B13C7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Best Practices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3AA179-ADAA-2641-075E-C38327F8FB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4895806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300685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780A8-FC60-6737-9FF6-5C61526D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52E85-AA73-93DA-4A3B-46101FA58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r>
              <a:rPr lang="en-US" sz="2000" dirty="0">
                <a:effectLst/>
                <a:latin typeface="Times New Roman" panose="02020603050405020304" pitchFamily="18" charset="0"/>
              </a:rPr>
              <a:t>Fernandes, C. (2023, August 7). Source Code Security Best Practices: A Complete guide | blog. </a:t>
            </a:r>
            <a:r>
              <a:rPr lang="en-US" sz="2000" i="1" dirty="0" err="1">
                <a:effectLst/>
                <a:latin typeface="Times New Roman" panose="02020603050405020304" pitchFamily="18" charset="0"/>
              </a:rPr>
              <a:t>Assembla</a:t>
            </a:r>
            <a:r>
              <a:rPr lang="en-US" sz="2000" dirty="0">
                <a:effectLst/>
                <a:latin typeface="Times New Roman" panose="02020603050405020304" pitchFamily="18" charset="0"/>
              </a:rPr>
              <a:t>. </a:t>
            </a:r>
            <a:r>
              <a:rPr lang="en-US" sz="2000" dirty="0">
                <a:effectLst/>
                <a:latin typeface="Times New Roman" panose="02020603050405020304" pitchFamily="18" charset="0"/>
                <a:hlinkClick r:id="rId2"/>
              </a:rPr>
              <a:t>https://get.assembla.com/blog/source-code-security/</a:t>
            </a:r>
            <a:r>
              <a:rPr lang="en-US" sz="2000" dirty="0">
                <a:effectLst/>
                <a:latin typeface="Times New Roman" panose="02020603050405020304" pitchFamily="18" charset="0"/>
              </a:rPr>
              <a:t> </a:t>
            </a:r>
          </a:p>
          <a:p>
            <a:r>
              <a:rPr lang="en-US" sz="2000" dirty="0" err="1">
                <a:effectLst/>
                <a:latin typeface="Times New Roman" panose="02020603050405020304" pitchFamily="18" charset="0"/>
              </a:rPr>
              <a:t>Codacy</a:t>
            </a:r>
            <a:r>
              <a:rPr lang="en-US" sz="2000" dirty="0">
                <a:effectLst/>
                <a:latin typeface="Times New Roman" panose="02020603050405020304" pitchFamily="18" charset="0"/>
              </a:rPr>
              <a:t>. (2025, February 7). OWASP Explained: Secure Coding Best Practices. </a:t>
            </a:r>
            <a:r>
              <a:rPr lang="en-US" sz="2000" i="1" dirty="0" err="1">
                <a:effectLst/>
                <a:latin typeface="Times New Roman" panose="02020603050405020304" pitchFamily="18" charset="0"/>
              </a:rPr>
              <a:t>Codacy</a:t>
            </a:r>
            <a:r>
              <a:rPr lang="en-US" sz="2000" dirty="0">
                <a:effectLst/>
                <a:latin typeface="Times New Roman" panose="02020603050405020304" pitchFamily="18" charset="0"/>
              </a:rPr>
              <a:t>. </a:t>
            </a:r>
            <a:r>
              <a:rPr lang="en-US" sz="2000" dirty="0">
                <a:effectLst/>
                <a:latin typeface="Times New Roman" panose="02020603050405020304" pitchFamily="18" charset="0"/>
                <a:hlinkClick r:id="rId3"/>
              </a:rPr>
              <a:t>https://blog.codacy.com/owasp-top-10</a:t>
            </a:r>
            <a:r>
              <a:rPr lang="en-US" sz="2000" dirty="0">
                <a:effectLst/>
                <a:latin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effectLst/>
                <a:latin typeface="Times New Roman" panose="02020603050405020304" pitchFamily="18" charset="0"/>
              </a:rPr>
              <a:t>Vermeer, B. (2024, February 5). </a:t>
            </a:r>
            <a:r>
              <a:rPr lang="en-US" sz="2000" i="1" dirty="0">
                <a:effectLst/>
                <a:latin typeface="Times New Roman" panose="02020603050405020304" pitchFamily="18" charset="0"/>
              </a:rPr>
              <a:t>10 GitHub Security best practices</a:t>
            </a:r>
            <a:r>
              <a:rPr lang="en-US" sz="2000" dirty="0">
                <a:effectLst/>
                <a:latin typeface="Times New Roman" panose="02020603050405020304" pitchFamily="18" charset="0"/>
              </a:rPr>
              <a:t>. </a:t>
            </a:r>
            <a:r>
              <a:rPr lang="en-US" sz="2000" dirty="0" err="1">
                <a:effectLst/>
                <a:latin typeface="Times New Roman" panose="02020603050405020304" pitchFamily="18" charset="0"/>
              </a:rPr>
              <a:t>Snyk</a:t>
            </a:r>
            <a:r>
              <a:rPr lang="en-US" sz="2000" dirty="0">
                <a:effectLst/>
                <a:latin typeface="Times New Roman" panose="02020603050405020304" pitchFamily="18" charset="0"/>
              </a:rPr>
              <a:t>. </a:t>
            </a:r>
            <a:r>
              <a:rPr lang="en-US" sz="2000" dirty="0">
                <a:effectLst/>
                <a:latin typeface="Times New Roman" panose="02020603050405020304" pitchFamily="18" charset="0"/>
                <a:hlinkClick r:id="rId4"/>
              </a:rPr>
              <a:t>https://snyk.io/blog/ten-git-hub-security-best-practices/</a:t>
            </a:r>
            <a:r>
              <a:rPr lang="en-US" sz="2000" dirty="0">
                <a:effectLst/>
                <a:latin typeface="Times New Roman" panose="02020603050405020304" pitchFamily="18" charset="0"/>
              </a:rPr>
              <a:t> </a:t>
            </a:r>
          </a:p>
          <a:p>
            <a:endParaRPr lang="en-US" sz="2000" dirty="0">
              <a:effectLst/>
              <a:latin typeface="Times New Roman" panose="02020603050405020304" pitchFamily="18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806187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38</TotalTime>
  <Words>484</Words>
  <Application>Microsoft Macintosh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Times New Roman</vt:lpstr>
      <vt:lpstr>Wingdings 3</vt:lpstr>
      <vt:lpstr>Ion Boardroom</vt:lpstr>
      <vt:lpstr>Security controls in shared source code repositories</vt:lpstr>
      <vt:lpstr>Why security in shared repositories matter and risks</vt:lpstr>
      <vt:lpstr>Access Control</vt:lpstr>
      <vt:lpstr>Secure Code Contribution and Review</vt:lpstr>
      <vt:lpstr>Credential Management</vt:lpstr>
      <vt:lpstr>Secure Management/ Monitoring</vt:lpstr>
      <vt:lpstr>Incident and Recovery</vt:lpstr>
      <vt:lpstr>Best Practices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Irenee C</dc:creator>
  <cp:lastModifiedBy>Irenee C</cp:lastModifiedBy>
  <cp:revision>1</cp:revision>
  <dcterms:created xsi:type="dcterms:W3CDTF">2025-02-28T19:37:18Z</dcterms:created>
  <dcterms:modified xsi:type="dcterms:W3CDTF">2025-02-28T20:19:18Z</dcterms:modified>
</cp:coreProperties>
</file>